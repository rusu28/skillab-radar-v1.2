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9" r:id="rId1"/>
    <p:sldMasterId id="2147483700" r:id="rId2"/>
  </p:sldMasterIdLst>
  <p:notesMasterIdLst>
    <p:notesMasterId r:id="rId3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</p:sldIdLst>
  <p:sldSz cx="9144000" cy="5143500" type="screen16x9"/>
  <p:notesSz cx="6858000" cy="9144000"/>
  <p:embeddedFontLst>
    <p:embeddedFont>
      <p:font typeface="Lato" panose="020B0604020202020204" charset="0"/>
      <p:regular r:id="rId40"/>
      <p:bold r:id="rId41"/>
      <p:italic r:id="rId42"/>
      <p:boldItalic r:id="rId43"/>
    </p:embeddedFont>
    <p:embeddedFont>
      <p:font typeface="Roboto Mono" panose="020B0604020202020204" charset="0"/>
      <p:regular r:id="rId44"/>
      <p:bold r:id="rId45"/>
      <p:italic r:id="rId46"/>
      <p:boldItalic r:id="rId47"/>
    </p:embeddedFont>
    <p:embeddedFont>
      <p:font typeface="Inter Medium" panose="020B0604020202020204" charset="0"/>
      <p:regular r:id="rId48"/>
      <p:bold r:id="rId49"/>
      <p:italic r:id="rId50"/>
      <p:boldItalic r:id="rId51"/>
    </p:embeddedFont>
    <p:embeddedFont>
      <p:font typeface="Inter" panose="020B0604020202020204" charset="0"/>
      <p:regular r:id="rId52"/>
      <p:bold r:id="rId53"/>
      <p:italic r:id="rId54"/>
      <p:boldItalic r:id="rId55"/>
    </p:embeddedFont>
    <p:embeddedFont>
      <p:font typeface="Montserrat" panose="020B0604020202020204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6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55" Type="http://schemas.openxmlformats.org/officeDocument/2006/relationships/font" Target="fonts/font16.fntdata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font" Target="fonts/font2.fntdata"/><Relationship Id="rId54" Type="http://schemas.openxmlformats.org/officeDocument/2006/relationships/font" Target="fonts/font15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font" Target="fonts/font14.fntdata"/><Relationship Id="rId58" Type="http://schemas.openxmlformats.org/officeDocument/2006/relationships/font" Target="fonts/font19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0.fntdata"/><Relationship Id="rId57" Type="http://schemas.openxmlformats.org/officeDocument/2006/relationships/font" Target="fonts/font18.fntdata"/><Relationship Id="rId61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5.fntdata"/><Relationship Id="rId52" Type="http://schemas.openxmlformats.org/officeDocument/2006/relationships/font" Target="fonts/font13.fntdata"/><Relationship Id="rId6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font" Target="fonts/font17.fntdata"/><Relationship Id="rId8" Type="http://schemas.openxmlformats.org/officeDocument/2006/relationships/slide" Target="slides/slide6.xml"/><Relationship Id="rId51" Type="http://schemas.openxmlformats.org/officeDocument/2006/relationships/font" Target="fonts/font12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7.fntdata"/><Relationship Id="rId59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2393911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e4ff54a57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e4ff54a57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9984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e4ff54a57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e4ff54a57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0646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e4ff54a57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e4ff54a57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42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e4ff54a573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e4ff54a573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0269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e4ff54a573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e4ff54a573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5267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e4ff54a573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3e4ff54a573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702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e4ff54a573_0_6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e4ff54a573_0_6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56123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e4ff54a573_0_8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e4ff54a573_0_8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0133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e4ff54a573_0_6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4" name="Google Shape;474;g3e4ff54a573_0_6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3963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e4ff54a573_0_6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3e4ff54a573_0_6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20448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e4ff54a573_0_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e4ff54a573_0_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93579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e4ff54a573_0_8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e4ff54a573_0_8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76220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e4ff54a573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e4ff54a573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86302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e4ff54a573_0_6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e4ff54a573_0_6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14141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e4ff54a573_0_6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e4ff54a573_0_6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23511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e4ff54a573_0_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e4ff54a573_0_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1947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e4ff54a573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4" name="Google Shape;524;g3e4ff54a573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5931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e4ff54a573_0_7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0" name="Google Shape;530;g3e4ff54a573_0_7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14635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e4ff54a573_0_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e4ff54a573_0_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78834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e4ff54a573_0_8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e4ff54a573_0_8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484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e4ff54a573_0_7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e4ff54a573_0_7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0853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e4ff54a573_0_7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g3e4ff54a573_0_7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55539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e4ff54a573_0_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e4ff54a573_0_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2676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e4ff54a573_0_8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e4ff54a573_0_8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98136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e4ff54a573_0_7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e4ff54a573_0_7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26549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e4ff54a573_0_7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3e4ff54a573_0_7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83918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3e4ff54a573_0_7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3e4ff54a573_0_7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13782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e4ff54a573_0_8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3e4ff54a573_0_8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45804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3e4ff54a573_0_7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3e4ff54a573_0_7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76762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e4ff54a573_0_7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3e4ff54a573_0_7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01123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e4ff54a573_0_7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e4ff54a573_0_7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71179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e4ff54a573_0_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e4ff54a573_0_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11585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e4ff54a573_0_7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3e4ff54a573_0_7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92694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e4ff54a573_0_7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e4ff54a573_0_7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21423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e4ff54a573_0_7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e4ff54a573_0_7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8391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3e4ff54a573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3e4ff54a573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513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image layout" type="title">
  <p:cSld name="TITLE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4"/>
          <p:cNvSpPr>
            <a:spLocks noGrp="1"/>
          </p:cNvSpPr>
          <p:nvPr>
            <p:ph type="pic" idx="2"/>
          </p:nvPr>
        </p:nvSpPr>
        <p:spPr>
          <a:xfrm>
            <a:off x="5034275" y="226500"/>
            <a:ext cx="3883200" cy="4690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p14"/>
          <p:cNvSpPr>
            <a:spLocks noGrp="1"/>
          </p:cNvSpPr>
          <p:nvPr>
            <p:ph type="pic" idx="3"/>
          </p:nvPr>
        </p:nvSpPr>
        <p:spPr>
          <a:xfrm>
            <a:off x="226525" y="2975750"/>
            <a:ext cx="4458900" cy="194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7" name="Google Shape;13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 idx="4"/>
          </p:nvPr>
        </p:nvSpPr>
        <p:spPr>
          <a:xfrm>
            <a:off x="30381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with details">
  <p:cSld name="TITLE_1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5"/>
          <p:cNvSpPr>
            <a:spLocks noGrp="1"/>
          </p:cNvSpPr>
          <p:nvPr>
            <p:ph type="pic" idx="2"/>
          </p:nvPr>
        </p:nvSpPr>
        <p:spPr>
          <a:xfrm>
            <a:off x="5034275" y="226500"/>
            <a:ext cx="3883200" cy="4690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15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5"/>
          <p:cNvSpPr txBox="1">
            <a:spLocks noGrp="1"/>
          </p:cNvSpPr>
          <p:nvPr>
            <p:ph type="title" idx="3"/>
          </p:nvPr>
        </p:nvSpPr>
        <p:spPr>
          <a:xfrm>
            <a:off x="30381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5"/>
          <p:cNvSpPr txBox="1">
            <a:spLocks noGrp="1"/>
          </p:cNvSpPr>
          <p:nvPr>
            <p:ph type="title" idx="4"/>
          </p:nvPr>
        </p:nvSpPr>
        <p:spPr>
          <a:xfrm>
            <a:off x="226525" y="630625"/>
            <a:ext cx="44589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300"/>
              <a:buNone/>
              <a:defRPr sz="73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5"/>
          <p:cNvSpPr txBox="1">
            <a:spLocks noGrp="1"/>
          </p:cNvSpPr>
          <p:nvPr>
            <p:ph type="body" idx="1"/>
          </p:nvPr>
        </p:nvSpPr>
        <p:spPr>
          <a:xfrm>
            <a:off x="266700" y="4099025"/>
            <a:ext cx="4458900" cy="84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_1_2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6"/>
          <p:cNvSpPr>
            <a:spLocks noGrp="1"/>
          </p:cNvSpPr>
          <p:nvPr>
            <p:ph type="pic" idx="2"/>
          </p:nvPr>
        </p:nvSpPr>
        <p:spPr>
          <a:xfrm>
            <a:off x="5034275" y="226500"/>
            <a:ext cx="3883200" cy="4690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0" name="Google Shape;150;p16"/>
          <p:cNvSpPr txBox="1">
            <a:spLocks noGrp="1"/>
          </p:cNvSpPr>
          <p:nvPr>
            <p:ph type="title"/>
          </p:nvPr>
        </p:nvSpPr>
        <p:spPr>
          <a:xfrm>
            <a:off x="226525" y="630625"/>
            <a:ext cx="44589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300"/>
              <a:buNone/>
              <a:defRPr sz="73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1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3" name="Google Shape;153;p17"/>
          <p:cNvSpPr txBox="1">
            <a:spLocks noGrp="1"/>
          </p:cNvSpPr>
          <p:nvPr>
            <p:ph type="title"/>
          </p:nvPr>
        </p:nvSpPr>
        <p:spPr>
          <a:xfrm>
            <a:off x="226525" y="630625"/>
            <a:ext cx="44589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300"/>
              <a:buNone/>
              <a:defRPr sz="73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17"/>
          <p:cNvSpPr txBox="1">
            <a:spLocks noGrp="1"/>
          </p:cNvSpPr>
          <p:nvPr>
            <p:ph type="body" idx="1"/>
          </p:nvPr>
        </p:nvSpPr>
        <p:spPr>
          <a:xfrm>
            <a:off x="226525" y="2857625"/>
            <a:ext cx="4458900" cy="208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type="secHead">
  <p:cSld name="SECTION_HEADER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6325910" y="2621103"/>
            <a:ext cx="2612700" cy="220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●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○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■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●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○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■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●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○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330200" algn="r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■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58" name="Google Shape;158;p18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18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3"/>
          </p:nvPr>
        </p:nvSpPr>
        <p:spPr>
          <a:xfrm>
            <a:off x="226525" y="2621103"/>
            <a:ext cx="336600" cy="220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●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○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■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●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○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■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●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○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Font typeface="Inter Medium"/>
              <a:buChar char="■"/>
              <a:defRPr sz="1600"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title" idx="4"/>
          </p:nvPr>
        </p:nvSpPr>
        <p:spPr>
          <a:xfrm>
            <a:off x="226525" y="571800"/>
            <a:ext cx="52614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300"/>
              <a:buNone/>
              <a:defRPr sz="73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tx">
  <p:cSld name="TITLE_AND_BODY">
    <p:bg>
      <p:bgPr>
        <a:solidFill>
          <a:schemeClr val="dk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4" name="Google Shape;164;p19"/>
          <p:cNvSpPr txBox="1">
            <a:spLocks noGrp="1"/>
          </p:cNvSpPr>
          <p:nvPr>
            <p:ph type="title"/>
          </p:nvPr>
        </p:nvSpPr>
        <p:spPr>
          <a:xfrm>
            <a:off x="226525" y="2581610"/>
            <a:ext cx="8691000" cy="237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300"/>
              <a:buNone/>
              <a:defRPr sz="7300"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AND_BODY_2">
    <p:bg>
      <p:bgPr>
        <a:solidFill>
          <a:schemeClr val="lt1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7" name="Google Shape;167;p20"/>
          <p:cNvSpPr txBox="1">
            <a:spLocks noGrp="1"/>
          </p:cNvSpPr>
          <p:nvPr>
            <p:ph type="title"/>
          </p:nvPr>
        </p:nvSpPr>
        <p:spPr>
          <a:xfrm>
            <a:off x="226525" y="248960"/>
            <a:ext cx="8691000" cy="23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300"/>
              <a:buNone/>
              <a:defRPr sz="73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st">
  <p:cSld name="TITLE_AND_BODY_1">
    <p:bg>
      <p:bgPr>
        <a:solidFill>
          <a:schemeClr val="dk1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 sz="600" b="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1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 sz="600" b="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1"/>
          </p:nvPr>
        </p:nvSpPr>
        <p:spPr>
          <a:xfrm>
            <a:off x="246325" y="2591450"/>
            <a:ext cx="758700" cy="236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3"/>
          </p:nvPr>
        </p:nvSpPr>
        <p:spPr>
          <a:xfrm>
            <a:off x="1077200" y="2591450"/>
            <a:ext cx="7804500" cy="236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hree storyboards" type="twoColTx">
  <p:cSld name="TITLE_AND_TWO_COLUMNS">
    <p:bg>
      <p:bgPr>
        <a:solidFill>
          <a:schemeClr val="dk1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2"/>
          <p:cNvSpPr>
            <a:spLocks noGrp="1"/>
          </p:cNvSpPr>
          <p:nvPr>
            <p:ph type="pic" idx="2"/>
          </p:nvPr>
        </p:nvSpPr>
        <p:spPr>
          <a:xfrm>
            <a:off x="-5225" y="709575"/>
            <a:ext cx="3048600" cy="280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6" name="Google Shape;176;p22"/>
          <p:cNvSpPr txBox="1">
            <a:spLocks noGrp="1"/>
          </p:cNvSpPr>
          <p:nvPr>
            <p:ph type="title"/>
          </p:nvPr>
        </p:nvSpPr>
        <p:spPr>
          <a:xfrm>
            <a:off x="156950" y="3632698"/>
            <a:ext cx="27267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1"/>
          </p:nvPr>
        </p:nvSpPr>
        <p:spPr>
          <a:xfrm>
            <a:off x="156950" y="4133503"/>
            <a:ext cx="2726700" cy="7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title" idx="3"/>
          </p:nvPr>
        </p:nvSpPr>
        <p:spPr>
          <a:xfrm>
            <a:off x="3208650" y="3632698"/>
            <a:ext cx="27267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2"/>
          <p:cNvSpPr txBox="1">
            <a:spLocks noGrp="1"/>
          </p:cNvSpPr>
          <p:nvPr>
            <p:ph type="body" idx="4"/>
          </p:nvPr>
        </p:nvSpPr>
        <p:spPr>
          <a:xfrm>
            <a:off x="3208650" y="4133503"/>
            <a:ext cx="2726700" cy="7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2"/>
          <p:cNvSpPr txBox="1">
            <a:spLocks noGrp="1"/>
          </p:cNvSpPr>
          <p:nvPr>
            <p:ph type="title" idx="5"/>
          </p:nvPr>
        </p:nvSpPr>
        <p:spPr>
          <a:xfrm>
            <a:off x="6268950" y="3632698"/>
            <a:ext cx="27267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2"/>
          <p:cNvSpPr txBox="1">
            <a:spLocks noGrp="1"/>
          </p:cNvSpPr>
          <p:nvPr>
            <p:ph type="body" idx="6"/>
          </p:nvPr>
        </p:nvSpPr>
        <p:spPr>
          <a:xfrm>
            <a:off x="6268950" y="4133503"/>
            <a:ext cx="2726700" cy="7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3" name="Google Shape;183;p22"/>
          <p:cNvSpPr>
            <a:spLocks noGrp="1"/>
          </p:cNvSpPr>
          <p:nvPr>
            <p:ph type="pic" idx="7"/>
          </p:nvPr>
        </p:nvSpPr>
        <p:spPr>
          <a:xfrm>
            <a:off x="3053763" y="709575"/>
            <a:ext cx="3031800" cy="28053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22"/>
          <p:cNvSpPr>
            <a:spLocks noGrp="1"/>
          </p:cNvSpPr>
          <p:nvPr>
            <p:ph type="pic" idx="8"/>
          </p:nvPr>
        </p:nvSpPr>
        <p:spPr>
          <a:xfrm>
            <a:off x="6095475" y="709575"/>
            <a:ext cx="3048600" cy="28053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85" name="Google Shape;185;p22"/>
          <p:cNvCxnSpPr/>
          <p:nvPr/>
        </p:nvCxnSpPr>
        <p:spPr>
          <a:xfrm>
            <a:off x="3048525" y="703650"/>
            <a:ext cx="0" cy="4448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6" name="Google Shape;186;p22"/>
          <p:cNvCxnSpPr/>
          <p:nvPr/>
        </p:nvCxnSpPr>
        <p:spPr>
          <a:xfrm>
            <a:off x="6090575" y="703650"/>
            <a:ext cx="0" cy="4448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2"/>
          <p:cNvCxnSpPr/>
          <p:nvPr/>
        </p:nvCxnSpPr>
        <p:spPr>
          <a:xfrm rot="10800000">
            <a:off x="0" y="3520200"/>
            <a:ext cx="91524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" name="Google Shape;188;p22"/>
          <p:cNvCxnSpPr/>
          <p:nvPr/>
        </p:nvCxnSpPr>
        <p:spPr>
          <a:xfrm rot="10800000">
            <a:off x="0" y="704725"/>
            <a:ext cx="91524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" name="Google Shape;189;p22"/>
          <p:cNvSpPr txBox="1">
            <a:spLocks noGrp="1"/>
          </p:cNvSpPr>
          <p:nvPr>
            <p:ph type="title" idx="9"/>
          </p:nvPr>
        </p:nvSpPr>
        <p:spPr>
          <a:xfrm>
            <a:off x="322275" y="116625"/>
            <a:ext cx="84948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TITLE_AND_TWO_COLUMNS_1">
    <p:bg>
      <p:bgPr>
        <a:solidFill>
          <a:schemeClr val="dk1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>
            <a:spLocks noGrp="1"/>
          </p:cNvSpPr>
          <p:nvPr>
            <p:ph type="pic" idx="2"/>
          </p:nvPr>
        </p:nvSpPr>
        <p:spPr>
          <a:xfrm>
            <a:off x="-5225" y="709575"/>
            <a:ext cx="3048600" cy="1468500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3"/>
          <p:cNvSpPr>
            <a:spLocks noGrp="1"/>
          </p:cNvSpPr>
          <p:nvPr>
            <p:ph type="pic" idx="3"/>
          </p:nvPr>
        </p:nvSpPr>
        <p:spPr>
          <a:xfrm>
            <a:off x="3053763" y="709575"/>
            <a:ext cx="3031800" cy="14685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23"/>
          <p:cNvSpPr>
            <a:spLocks noGrp="1"/>
          </p:cNvSpPr>
          <p:nvPr>
            <p:ph type="pic" idx="4"/>
          </p:nvPr>
        </p:nvSpPr>
        <p:spPr>
          <a:xfrm>
            <a:off x="6095475" y="709575"/>
            <a:ext cx="3048600" cy="14685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94" name="Google Shape;194;p23"/>
          <p:cNvCxnSpPr/>
          <p:nvPr/>
        </p:nvCxnSpPr>
        <p:spPr>
          <a:xfrm rot="10800000">
            <a:off x="0" y="704725"/>
            <a:ext cx="91524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" name="Google Shape;195;p23"/>
          <p:cNvSpPr txBox="1">
            <a:spLocks noGrp="1"/>
          </p:cNvSpPr>
          <p:nvPr>
            <p:ph type="title"/>
          </p:nvPr>
        </p:nvSpPr>
        <p:spPr>
          <a:xfrm>
            <a:off x="322275" y="116625"/>
            <a:ext cx="84948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23"/>
          <p:cNvSpPr>
            <a:spLocks noGrp="1"/>
          </p:cNvSpPr>
          <p:nvPr>
            <p:ph type="pic" idx="5"/>
          </p:nvPr>
        </p:nvSpPr>
        <p:spPr>
          <a:xfrm>
            <a:off x="-4975" y="2192221"/>
            <a:ext cx="3048600" cy="1468500"/>
          </a:xfrm>
          <a:prstGeom prst="rect">
            <a:avLst/>
          </a:prstGeom>
          <a:noFill/>
          <a:ln>
            <a:noFill/>
          </a:ln>
        </p:spPr>
      </p:sp>
      <p:sp>
        <p:nvSpPr>
          <p:cNvPr id="197" name="Google Shape;197;p23"/>
          <p:cNvSpPr>
            <a:spLocks noGrp="1"/>
          </p:cNvSpPr>
          <p:nvPr>
            <p:ph type="pic" idx="6"/>
          </p:nvPr>
        </p:nvSpPr>
        <p:spPr>
          <a:xfrm>
            <a:off x="3054013" y="2192221"/>
            <a:ext cx="3031800" cy="1468500"/>
          </a:xfrm>
          <a:prstGeom prst="rect">
            <a:avLst/>
          </a:prstGeom>
          <a:noFill/>
          <a:ln>
            <a:noFill/>
          </a:ln>
        </p:spPr>
      </p:sp>
      <p:sp>
        <p:nvSpPr>
          <p:cNvPr id="198" name="Google Shape;198;p23"/>
          <p:cNvSpPr>
            <a:spLocks noGrp="1"/>
          </p:cNvSpPr>
          <p:nvPr>
            <p:ph type="pic" idx="7"/>
          </p:nvPr>
        </p:nvSpPr>
        <p:spPr>
          <a:xfrm>
            <a:off x="6095725" y="2192221"/>
            <a:ext cx="3048600" cy="1468500"/>
          </a:xfrm>
          <a:prstGeom prst="rect">
            <a:avLst/>
          </a:prstGeom>
          <a:noFill/>
          <a:ln>
            <a:noFill/>
          </a:ln>
        </p:spPr>
      </p:sp>
      <p:sp>
        <p:nvSpPr>
          <p:cNvPr id="199" name="Google Shape;199;p23"/>
          <p:cNvSpPr>
            <a:spLocks noGrp="1"/>
          </p:cNvSpPr>
          <p:nvPr>
            <p:ph type="pic" idx="8"/>
          </p:nvPr>
        </p:nvSpPr>
        <p:spPr>
          <a:xfrm>
            <a:off x="-4975" y="3674873"/>
            <a:ext cx="3048600" cy="14685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p23"/>
          <p:cNvSpPr>
            <a:spLocks noGrp="1"/>
          </p:cNvSpPr>
          <p:nvPr>
            <p:ph type="pic" idx="9"/>
          </p:nvPr>
        </p:nvSpPr>
        <p:spPr>
          <a:xfrm>
            <a:off x="3054013" y="3674873"/>
            <a:ext cx="3031800" cy="1468500"/>
          </a:xfrm>
          <a:prstGeom prst="rect">
            <a:avLst/>
          </a:prstGeom>
          <a:noFill/>
          <a:ln>
            <a:noFill/>
          </a:ln>
        </p:spPr>
      </p:sp>
      <p:sp>
        <p:nvSpPr>
          <p:cNvPr id="201" name="Google Shape;201;p23"/>
          <p:cNvSpPr>
            <a:spLocks noGrp="1"/>
          </p:cNvSpPr>
          <p:nvPr>
            <p:ph type="pic" idx="13"/>
          </p:nvPr>
        </p:nvSpPr>
        <p:spPr>
          <a:xfrm>
            <a:off x="6095725" y="3674873"/>
            <a:ext cx="3048600" cy="1468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 type="titleOnly">
  <p:cSld name="TITLE_ONLY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4" name="Google Shape;204;p24"/>
          <p:cNvSpPr txBox="1">
            <a:spLocks noGrp="1"/>
          </p:cNvSpPr>
          <p:nvPr>
            <p:ph type="body" idx="1"/>
          </p:nvPr>
        </p:nvSpPr>
        <p:spPr>
          <a:xfrm>
            <a:off x="226525" y="2995441"/>
            <a:ext cx="8673000" cy="193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●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○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■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●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○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■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●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○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■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main point">
  <p:cSld name="TITLE_ONLY_1"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7" name="Google Shape;207;p25"/>
          <p:cNvSpPr txBox="1">
            <a:spLocks noGrp="1"/>
          </p:cNvSpPr>
          <p:nvPr>
            <p:ph type="body" idx="1"/>
          </p:nvPr>
        </p:nvSpPr>
        <p:spPr>
          <a:xfrm>
            <a:off x="226525" y="2995441"/>
            <a:ext cx="8673000" cy="193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ONE_COLUMN_TEXT">
    <p:bg>
      <p:bgPr>
        <a:solidFill>
          <a:schemeClr val="dk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6"/>
          <p:cNvSpPr>
            <a:spLocks noGrp="1"/>
          </p:cNvSpPr>
          <p:nvPr>
            <p:ph type="pic" idx="2"/>
          </p:nvPr>
        </p:nvSpPr>
        <p:spPr>
          <a:xfrm>
            <a:off x="4576350" y="0"/>
            <a:ext cx="4567500" cy="5153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0" name="Google Shape;210;p26"/>
          <p:cNvSpPr txBox="1">
            <a:spLocks noGrp="1"/>
          </p:cNvSpPr>
          <p:nvPr>
            <p:ph type="body" idx="1"/>
          </p:nvPr>
        </p:nvSpPr>
        <p:spPr>
          <a:xfrm>
            <a:off x="226525" y="2080439"/>
            <a:ext cx="4119000" cy="16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1" name="Google Shape;21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title"/>
          </p:nvPr>
        </p:nvSpPr>
        <p:spPr>
          <a:xfrm>
            <a:off x="226525" y="1271099"/>
            <a:ext cx="4119000" cy="8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allery 2">
  <p:cSld name="MAIN_POINT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5" name="Google Shape;215;p27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27"/>
          <p:cNvSpPr>
            <a:spLocks noGrp="1"/>
          </p:cNvSpPr>
          <p:nvPr>
            <p:ph type="pic" idx="2"/>
          </p:nvPr>
        </p:nvSpPr>
        <p:spPr>
          <a:xfrm>
            <a:off x="2315425" y="226625"/>
            <a:ext cx="3733800" cy="4690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p27"/>
          <p:cNvSpPr>
            <a:spLocks noGrp="1"/>
          </p:cNvSpPr>
          <p:nvPr>
            <p:ph type="pic" idx="3"/>
          </p:nvPr>
        </p:nvSpPr>
        <p:spPr>
          <a:xfrm>
            <a:off x="6255975" y="1391900"/>
            <a:ext cx="2661600" cy="2359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8" name="Google Shape;218;p27"/>
          <p:cNvSpPr txBox="1">
            <a:spLocks noGrp="1"/>
          </p:cNvSpPr>
          <p:nvPr>
            <p:ph type="title" idx="4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chart">
  <p:cSld name="SECTION_TITLE_AND_DESCRIPTION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2" name="Google Shape;222;p28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8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 sz="600" b="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4" name="Google Shape;224;p28"/>
          <p:cNvSpPr txBox="1">
            <a:spLocks noGrp="1"/>
          </p:cNvSpPr>
          <p:nvPr>
            <p:ph type="title" idx="3"/>
          </p:nvPr>
        </p:nvSpPr>
        <p:spPr>
          <a:xfrm>
            <a:off x="226525" y="1271099"/>
            <a:ext cx="4119000" cy="8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5" name="Google Shape;225;p28"/>
          <p:cNvSpPr txBox="1">
            <a:spLocks noGrp="1"/>
          </p:cNvSpPr>
          <p:nvPr>
            <p:ph type="body" idx="1"/>
          </p:nvPr>
        </p:nvSpPr>
        <p:spPr>
          <a:xfrm>
            <a:off x="226525" y="2080439"/>
            <a:ext cx="4119000" cy="16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one column text">
  <p:cSld name="SECTION_TITLE_AND_DESCRIPTION_1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title"/>
          </p:nvPr>
        </p:nvSpPr>
        <p:spPr>
          <a:xfrm>
            <a:off x="226525" y="697649"/>
            <a:ext cx="4119000" cy="8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body" idx="1"/>
          </p:nvPr>
        </p:nvSpPr>
        <p:spPr>
          <a:xfrm>
            <a:off x="226525" y="2509639"/>
            <a:ext cx="4119000" cy="16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subTitle" idx="2"/>
          </p:nvPr>
        </p:nvSpPr>
        <p:spPr>
          <a:xfrm>
            <a:off x="226525" y="1710600"/>
            <a:ext cx="39948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SECTION_TITLE_AND_DESCRIPTION_1_1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title"/>
          </p:nvPr>
        </p:nvSpPr>
        <p:spPr>
          <a:xfrm>
            <a:off x="226525" y="697649"/>
            <a:ext cx="4119000" cy="8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1"/>
          </p:nvPr>
        </p:nvSpPr>
        <p:spPr>
          <a:xfrm>
            <a:off x="226525" y="2509639"/>
            <a:ext cx="4119000" cy="16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2"/>
          </p:nvPr>
        </p:nvSpPr>
        <p:spPr>
          <a:xfrm>
            <a:off x="226525" y="1710600"/>
            <a:ext cx="39948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3"/>
          </p:nvPr>
        </p:nvSpPr>
        <p:spPr>
          <a:xfrm>
            <a:off x="4798500" y="2509639"/>
            <a:ext cx="4119000" cy="16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 sz="1200">
                <a:solidFill>
                  <a:schemeClr val="dk2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○"/>
              <a:defRPr sz="1200">
                <a:solidFill>
                  <a:schemeClr val="dk2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■"/>
              <a:defRPr sz="1200">
                <a:solidFill>
                  <a:schemeClr val="dk2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 sz="1200">
                <a:solidFill>
                  <a:schemeClr val="dk2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○"/>
              <a:defRPr sz="1200">
                <a:solidFill>
                  <a:schemeClr val="dk2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■"/>
              <a:defRPr sz="1200">
                <a:solidFill>
                  <a:schemeClr val="dk2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 sz="1200">
                <a:solidFill>
                  <a:schemeClr val="dk2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○"/>
              <a:defRPr sz="1200">
                <a:solidFill>
                  <a:schemeClr val="dk2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■"/>
              <a:defRPr sz="1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4"/>
          </p:nvPr>
        </p:nvSpPr>
        <p:spPr>
          <a:xfrm>
            <a:off x="4798500" y="1710600"/>
            <a:ext cx="39948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hree storyboards 2">
  <p:cSld name="CAPTION_ONLY">
    <p:bg>
      <p:bgPr>
        <a:solidFill>
          <a:schemeClr val="dk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"/>
          <p:cNvSpPr/>
          <p:nvPr/>
        </p:nvSpPr>
        <p:spPr>
          <a:xfrm>
            <a:off x="0" y="4063950"/>
            <a:ext cx="3060000" cy="107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31"/>
          <p:cNvSpPr>
            <a:spLocks noGrp="1"/>
          </p:cNvSpPr>
          <p:nvPr>
            <p:ph type="pic" idx="2"/>
          </p:nvPr>
        </p:nvSpPr>
        <p:spPr>
          <a:xfrm>
            <a:off x="0" y="709975"/>
            <a:ext cx="3043800" cy="33465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43" name="Google Shape;243;p31"/>
          <p:cNvCxnSpPr/>
          <p:nvPr/>
        </p:nvCxnSpPr>
        <p:spPr>
          <a:xfrm>
            <a:off x="3048525" y="703650"/>
            <a:ext cx="0" cy="4448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31"/>
          <p:cNvCxnSpPr/>
          <p:nvPr/>
        </p:nvCxnSpPr>
        <p:spPr>
          <a:xfrm>
            <a:off x="6090575" y="703650"/>
            <a:ext cx="0" cy="4448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31"/>
          <p:cNvCxnSpPr/>
          <p:nvPr/>
        </p:nvCxnSpPr>
        <p:spPr>
          <a:xfrm rot="10800000">
            <a:off x="0" y="704725"/>
            <a:ext cx="9152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6" name="Google Shape;246;p31"/>
          <p:cNvSpPr txBox="1">
            <a:spLocks noGrp="1"/>
          </p:cNvSpPr>
          <p:nvPr>
            <p:ph type="title"/>
          </p:nvPr>
        </p:nvSpPr>
        <p:spPr>
          <a:xfrm>
            <a:off x="161850" y="4156448"/>
            <a:ext cx="27267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body" idx="1"/>
          </p:nvPr>
        </p:nvSpPr>
        <p:spPr>
          <a:xfrm>
            <a:off x="161850" y="4626190"/>
            <a:ext cx="2726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48" name="Google Shape;248;p31"/>
          <p:cNvSpPr/>
          <p:nvPr/>
        </p:nvSpPr>
        <p:spPr>
          <a:xfrm>
            <a:off x="6095725" y="4063950"/>
            <a:ext cx="3060000" cy="107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31"/>
          <p:cNvSpPr>
            <a:spLocks noGrp="1"/>
          </p:cNvSpPr>
          <p:nvPr>
            <p:ph type="pic" idx="3"/>
          </p:nvPr>
        </p:nvSpPr>
        <p:spPr>
          <a:xfrm>
            <a:off x="6095725" y="709975"/>
            <a:ext cx="3043800" cy="334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31"/>
          <p:cNvSpPr txBox="1">
            <a:spLocks noGrp="1"/>
          </p:cNvSpPr>
          <p:nvPr>
            <p:ph type="title" idx="4"/>
          </p:nvPr>
        </p:nvSpPr>
        <p:spPr>
          <a:xfrm>
            <a:off x="6257575" y="4156448"/>
            <a:ext cx="27267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body" idx="5"/>
          </p:nvPr>
        </p:nvSpPr>
        <p:spPr>
          <a:xfrm>
            <a:off x="6257575" y="4626190"/>
            <a:ext cx="2726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52" name="Google Shape;252;p31"/>
          <p:cNvSpPr>
            <a:spLocks noGrp="1"/>
          </p:cNvSpPr>
          <p:nvPr>
            <p:ph type="pic" idx="6"/>
          </p:nvPr>
        </p:nvSpPr>
        <p:spPr>
          <a:xfrm>
            <a:off x="3053900" y="1794150"/>
            <a:ext cx="3030600" cy="33492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1"/>
          <p:cNvSpPr/>
          <p:nvPr/>
        </p:nvSpPr>
        <p:spPr>
          <a:xfrm>
            <a:off x="3054250" y="709380"/>
            <a:ext cx="3030600" cy="107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4" name="Google Shape;254;p31"/>
          <p:cNvSpPr txBox="1">
            <a:spLocks noGrp="1"/>
          </p:cNvSpPr>
          <p:nvPr>
            <p:ph type="title" idx="7"/>
          </p:nvPr>
        </p:nvSpPr>
        <p:spPr>
          <a:xfrm>
            <a:off x="3214545" y="801878"/>
            <a:ext cx="27006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body" idx="8"/>
          </p:nvPr>
        </p:nvSpPr>
        <p:spPr>
          <a:xfrm>
            <a:off x="3214545" y="1271620"/>
            <a:ext cx="27006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256" name="Google Shape;256;p31"/>
          <p:cNvCxnSpPr/>
          <p:nvPr/>
        </p:nvCxnSpPr>
        <p:spPr>
          <a:xfrm rot="10800000">
            <a:off x="3049250" y="1791825"/>
            <a:ext cx="3041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7" name="Google Shape;257;p31"/>
          <p:cNvCxnSpPr/>
          <p:nvPr/>
        </p:nvCxnSpPr>
        <p:spPr>
          <a:xfrm rot="10800000">
            <a:off x="0" y="4061975"/>
            <a:ext cx="9152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" name="Google Shape;258;p31"/>
          <p:cNvSpPr txBox="1">
            <a:spLocks noGrp="1"/>
          </p:cNvSpPr>
          <p:nvPr>
            <p:ph type="title" idx="9"/>
          </p:nvPr>
        </p:nvSpPr>
        <p:spPr>
          <a:xfrm>
            <a:off x="2497875" y="145800"/>
            <a:ext cx="4791600" cy="46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with details">
  <p:cSld name="BIG_NUMBER">
    <p:bg>
      <p:bgPr>
        <a:solidFill>
          <a:schemeClr val="lt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 sz="600" b="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title" idx="3"/>
          </p:nvPr>
        </p:nvSpPr>
        <p:spPr>
          <a:xfrm>
            <a:off x="4801800" y="1644025"/>
            <a:ext cx="4108500" cy="44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body" idx="1"/>
          </p:nvPr>
        </p:nvSpPr>
        <p:spPr>
          <a:xfrm>
            <a:off x="4805709" y="2069213"/>
            <a:ext cx="4108500" cy="133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title" idx="4"/>
          </p:nvPr>
        </p:nvSpPr>
        <p:spPr>
          <a:xfrm>
            <a:off x="4801800" y="3379700"/>
            <a:ext cx="4108500" cy="44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title" idx="5"/>
          </p:nvPr>
        </p:nvSpPr>
        <p:spPr>
          <a:xfrm>
            <a:off x="229800" y="1644025"/>
            <a:ext cx="4108500" cy="44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6"/>
          </p:nvPr>
        </p:nvSpPr>
        <p:spPr>
          <a:xfrm>
            <a:off x="233709" y="2069213"/>
            <a:ext cx="4108500" cy="133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title" idx="7"/>
          </p:nvPr>
        </p:nvSpPr>
        <p:spPr>
          <a:xfrm>
            <a:off x="229800" y="3379700"/>
            <a:ext cx="4108500" cy="44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BIG_NUMBER_1">
    <p:bg>
      <p:bgPr>
        <a:solidFill>
          <a:schemeClr val="l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2" name="Google Shape;272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3" name="Google Shape;273;p33"/>
          <p:cNvSpPr txBox="1">
            <a:spLocks noGrp="1"/>
          </p:cNvSpPr>
          <p:nvPr>
            <p:ph type="body" idx="1"/>
          </p:nvPr>
        </p:nvSpPr>
        <p:spPr>
          <a:xfrm>
            <a:off x="4805709" y="2069213"/>
            <a:ext cx="4108500" cy="133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4" name="Google Shape;274;p33"/>
          <p:cNvSpPr txBox="1">
            <a:spLocks noGrp="1"/>
          </p:cNvSpPr>
          <p:nvPr>
            <p:ph type="title"/>
          </p:nvPr>
        </p:nvSpPr>
        <p:spPr>
          <a:xfrm>
            <a:off x="229800" y="895625"/>
            <a:ext cx="4108500" cy="44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275" name="Google Shape;275;p33"/>
          <p:cNvSpPr txBox="1">
            <a:spLocks noGrp="1"/>
          </p:cNvSpPr>
          <p:nvPr>
            <p:ph type="body" idx="2"/>
          </p:nvPr>
        </p:nvSpPr>
        <p:spPr>
          <a:xfrm>
            <a:off x="233709" y="2069213"/>
            <a:ext cx="4108500" cy="133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CUSTOM"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4"/>
          <p:cNvSpPr txBox="1">
            <a:spLocks noGrp="1"/>
          </p:cNvSpPr>
          <p:nvPr>
            <p:ph type="title"/>
          </p:nvPr>
        </p:nvSpPr>
        <p:spPr>
          <a:xfrm>
            <a:off x="285750" y="1555350"/>
            <a:ext cx="7291500" cy="34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p34"/>
          <p:cNvSpPr txBox="1">
            <a:spLocks noGrp="1"/>
          </p:cNvSpPr>
          <p:nvPr>
            <p:ph type="body" idx="1"/>
          </p:nvPr>
        </p:nvSpPr>
        <p:spPr>
          <a:xfrm>
            <a:off x="7256675" y="1827175"/>
            <a:ext cx="17676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○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■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○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■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○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■"/>
              <a:defRPr sz="1000" b="1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bg>
      <p:bgPr>
        <a:solidFill>
          <a:schemeClr val="dk1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5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 sz="600" b="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1" name="Google Shape;281;p35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None/>
              <a:defRPr sz="600" b="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5"/>
          <p:cNvSpPr txBox="1">
            <a:spLocks noGrp="1"/>
          </p:cNvSpPr>
          <p:nvPr>
            <p:ph type="body" idx="1"/>
          </p:nvPr>
        </p:nvSpPr>
        <p:spPr>
          <a:xfrm>
            <a:off x="226525" y="1850026"/>
            <a:ext cx="8673000" cy="19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●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○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 Medium"/>
              <a:buChar char="■"/>
              <a:defRPr sz="29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283" name="Google Shape;283;p35"/>
          <p:cNvSpPr txBox="1"/>
          <p:nvPr/>
        </p:nvSpPr>
        <p:spPr>
          <a:xfrm>
            <a:off x="48250" y="482279"/>
            <a:ext cx="1647300" cy="8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“</a:t>
            </a:r>
            <a:endParaRPr sz="200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ody and image">
  <p:cSld name="CUSTOM_1_1">
    <p:bg>
      <p:bgPr>
        <a:solidFill>
          <a:schemeClr val="dk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>
            <a:spLocks noGrp="1"/>
          </p:cNvSpPr>
          <p:nvPr>
            <p:ph type="pic" idx="2"/>
          </p:nvPr>
        </p:nvSpPr>
        <p:spPr>
          <a:xfrm>
            <a:off x="338100" y="480450"/>
            <a:ext cx="3785400" cy="4438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p36"/>
          <p:cNvSpPr txBox="1">
            <a:spLocks noGrp="1"/>
          </p:cNvSpPr>
          <p:nvPr>
            <p:ph type="body" idx="1"/>
          </p:nvPr>
        </p:nvSpPr>
        <p:spPr>
          <a:xfrm>
            <a:off x="4355225" y="3379725"/>
            <a:ext cx="4512900" cy="155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 sz="2000">
                <a:solidFill>
                  <a:schemeClr val="lt1"/>
                </a:solidFill>
              </a:defRPr>
            </a:lvl1pPr>
            <a:lvl2pPr marL="914400" lvl="1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 sz="2000">
                <a:solidFill>
                  <a:schemeClr val="lt1"/>
                </a:solidFill>
              </a:defRPr>
            </a:lvl2pPr>
            <a:lvl3pPr marL="1371600" lvl="2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■"/>
              <a:defRPr sz="2000">
                <a:solidFill>
                  <a:schemeClr val="lt1"/>
                </a:solidFill>
              </a:defRPr>
            </a:lvl3pPr>
            <a:lvl4pPr marL="1828800" lvl="3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 sz="2000">
                <a:solidFill>
                  <a:schemeClr val="lt1"/>
                </a:solidFill>
              </a:defRPr>
            </a:lvl4pPr>
            <a:lvl5pPr marL="2286000" lvl="4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 sz="2000">
                <a:solidFill>
                  <a:schemeClr val="lt1"/>
                </a:solidFill>
              </a:defRPr>
            </a:lvl5pPr>
            <a:lvl6pPr marL="2743200" lvl="5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■"/>
              <a:defRPr sz="2000">
                <a:solidFill>
                  <a:schemeClr val="lt1"/>
                </a:solidFill>
              </a:defRPr>
            </a:lvl6pPr>
            <a:lvl7pPr marL="3200400" lvl="6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 sz="2000">
                <a:solidFill>
                  <a:schemeClr val="lt1"/>
                </a:solidFill>
              </a:defRPr>
            </a:lvl7pPr>
            <a:lvl8pPr marL="3657600" lvl="7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 sz="2000">
                <a:solidFill>
                  <a:schemeClr val="lt1"/>
                </a:solidFill>
              </a:defRPr>
            </a:lvl8pPr>
            <a:lvl9pPr marL="4114800" lvl="8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■"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and image">
  <p:cSld name="CUSTOM_2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7"/>
          <p:cNvSpPr>
            <a:spLocks noGrp="1"/>
          </p:cNvSpPr>
          <p:nvPr>
            <p:ph type="pic" idx="2"/>
          </p:nvPr>
        </p:nvSpPr>
        <p:spPr>
          <a:xfrm>
            <a:off x="226500" y="2357750"/>
            <a:ext cx="8691000" cy="2559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37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37"/>
          <p:cNvSpPr txBox="1">
            <a:spLocks noGrp="1"/>
          </p:cNvSpPr>
          <p:nvPr>
            <p:ph type="title" idx="3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37"/>
          <p:cNvSpPr txBox="1">
            <a:spLocks noGrp="1"/>
          </p:cNvSpPr>
          <p:nvPr>
            <p:ph type="subTitle" idx="1"/>
          </p:nvPr>
        </p:nvSpPr>
        <p:spPr>
          <a:xfrm>
            <a:off x="226525" y="700225"/>
            <a:ext cx="2157900" cy="15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37"/>
          <p:cNvSpPr txBox="1">
            <a:spLocks noGrp="1"/>
          </p:cNvSpPr>
          <p:nvPr>
            <p:ph type="body" idx="4"/>
          </p:nvPr>
        </p:nvSpPr>
        <p:spPr>
          <a:xfrm>
            <a:off x="2492925" y="700283"/>
            <a:ext cx="6424500" cy="15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●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○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■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●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○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■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●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○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355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Inter Medium"/>
              <a:buChar char="■"/>
              <a:defRPr sz="2000"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section title and description">
  <p:cSld name="CUSTOM_2_1"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8"/>
          <p:cNvSpPr txBox="1">
            <a:spLocks noGrp="1"/>
          </p:cNvSpPr>
          <p:nvPr>
            <p:ph type="title"/>
          </p:nvPr>
        </p:nvSpPr>
        <p:spPr>
          <a:xfrm>
            <a:off x="226525" y="630625"/>
            <a:ext cx="68103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300"/>
              <a:buNone/>
              <a:defRPr sz="73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38"/>
          <p:cNvSpPr txBox="1">
            <a:spLocks noGrp="1"/>
          </p:cNvSpPr>
          <p:nvPr>
            <p:ph type="subTitle" idx="1"/>
          </p:nvPr>
        </p:nvSpPr>
        <p:spPr>
          <a:xfrm>
            <a:off x="226525" y="3814125"/>
            <a:ext cx="2999100" cy="112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CUSTOM_2_1_2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9"/>
          <p:cNvSpPr txBox="1">
            <a:spLocks noGrp="1"/>
          </p:cNvSpPr>
          <p:nvPr>
            <p:ph type="subTitle" idx="1"/>
          </p:nvPr>
        </p:nvSpPr>
        <p:spPr>
          <a:xfrm>
            <a:off x="226533" y="3459275"/>
            <a:ext cx="2605500" cy="6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298" name="Google Shape;298;p39"/>
          <p:cNvSpPr txBox="1">
            <a:spLocks noGrp="1"/>
          </p:cNvSpPr>
          <p:nvPr>
            <p:ph type="subTitle" idx="2"/>
          </p:nvPr>
        </p:nvSpPr>
        <p:spPr>
          <a:xfrm>
            <a:off x="3091450" y="3459275"/>
            <a:ext cx="2605500" cy="6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299" name="Google Shape;299;p39"/>
          <p:cNvSpPr txBox="1">
            <a:spLocks noGrp="1"/>
          </p:cNvSpPr>
          <p:nvPr>
            <p:ph type="subTitle" idx="3"/>
          </p:nvPr>
        </p:nvSpPr>
        <p:spPr>
          <a:xfrm>
            <a:off x="5956367" y="3459275"/>
            <a:ext cx="2605500" cy="6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0" name="Google Shape;300;p39"/>
          <p:cNvSpPr txBox="1">
            <a:spLocks noGrp="1"/>
          </p:cNvSpPr>
          <p:nvPr>
            <p:ph type="subTitle" idx="4"/>
          </p:nvPr>
        </p:nvSpPr>
        <p:spPr>
          <a:xfrm>
            <a:off x="226533" y="4236825"/>
            <a:ext cx="2605500" cy="6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1" name="Google Shape;301;p39"/>
          <p:cNvSpPr txBox="1">
            <a:spLocks noGrp="1"/>
          </p:cNvSpPr>
          <p:nvPr>
            <p:ph type="subTitle" idx="5"/>
          </p:nvPr>
        </p:nvSpPr>
        <p:spPr>
          <a:xfrm>
            <a:off x="3091450" y="4236825"/>
            <a:ext cx="2605500" cy="6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2" name="Google Shape;302;p39"/>
          <p:cNvSpPr txBox="1">
            <a:spLocks noGrp="1"/>
          </p:cNvSpPr>
          <p:nvPr>
            <p:ph type="subTitle" idx="6"/>
          </p:nvPr>
        </p:nvSpPr>
        <p:spPr>
          <a:xfrm>
            <a:off x="5956367" y="4236825"/>
            <a:ext cx="2605500" cy="6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3" name="Google Shape;303;p39"/>
          <p:cNvSpPr txBox="1">
            <a:spLocks noGrp="1"/>
          </p:cNvSpPr>
          <p:nvPr>
            <p:ph type="title"/>
          </p:nvPr>
        </p:nvSpPr>
        <p:spPr>
          <a:xfrm>
            <a:off x="226525" y="630625"/>
            <a:ext cx="68103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300"/>
              <a:buNone/>
              <a:defRPr sz="73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CUSTOM_2_1_1">
    <p:bg>
      <p:bgPr>
        <a:solidFill>
          <a:schemeClr val="dk1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0"/>
          <p:cNvSpPr txBox="1">
            <a:spLocks noGrp="1"/>
          </p:cNvSpPr>
          <p:nvPr>
            <p:ph type="title"/>
          </p:nvPr>
        </p:nvSpPr>
        <p:spPr>
          <a:xfrm>
            <a:off x="226525" y="630625"/>
            <a:ext cx="68103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300"/>
              <a:buNone/>
              <a:defRPr sz="73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6" name="Google Shape;306;p40"/>
          <p:cNvSpPr txBox="1">
            <a:spLocks noGrp="1"/>
          </p:cNvSpPr>
          <p:nvPr>
            <p:ph type="subTitle" idx="1"/>
          </p:nvPr>
        </p:nvSpPr>
        <p:spPr>
          <a:xfrm>
            <a:off x="226525" y="3814125"/>
            <a:ext cx="2999100" cy="112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two images">
  <p:cSld name="CUSTOM_3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1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41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41"/>
          <p:cNvSpPr txBox="1">
            <a:spLocks noGrp="1"/>
          </p:cNvSpPr>
          <p:nvPr>
            <p:ph type="body" idx="1"/>
          </p:nvPr>
        </p:nvSpPr>
        <p:spPr>
          <a:xfrm>
            <a:off x="226525" y="2080445"/>
            <a:ext cx="2924700" cy="16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1" name="Google Shape;311;p41"/>
          <p:cNvSpPr txBox="1">
            <a:spLocks noGrp="1"/>
          </p:cNvSpPr>
          <p:nvPr>
            <p:ph type="title" idx="3"/>
          </p:nvPr>
        </p:nvSpPr>
        <p:spPr>
          <a:xfrm>
            <a:off x="226525" y="1271100"/>
            <a:ext cx="2924700" cy="8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12" name="Google Shape;312;p41"/>
          <p:cNvSpPr>
            <a:spLocks noGrp="1"/>
          </p:cNvSpPr>
          <p:nvPr>
            <p:ph type="pic" idx="4"/>
          </p:nvPr>
        </p:nvSpPr>
        <p:spPr>
          <a:xfrm>
            <a:off x="3368775" y="226625"/>
            <a:ext cx="3733800" cy="4690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41"/>
          <p:cNvSpPr>
            <a:spLocks noGrp="1"/>
          </p:cNvSpPr>
          <p:nvPr>
            <p:ph type="pic" idx="5"/>
          </p:nvPr>
        </p:nvSpPr>
        <p:spPr>
          <a:xfrm>
            <a:off x="7320200" y="1391900"/>
            <a:ext cx="1597200" cy="19704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wo storyboards">
  <p:cSld name="CUSTOM_3_2"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2"/>
          <p:cNvSpPr>
            <a:spLocks noGrp="1"/>
          </p:cNvSpPr>
          <p:nvPr>
            <p:ph type="pic" idx="2"/>
          </p:nvPr>
        </p:nvSpPr>
        <p:spPr>
          <a:xfrm>
            <a:off x="-5225" y="713825"/>
            <a:ext cx="4571700" cy="2795700"/>
          </a:xfrm>
          <a:prstGeom prst="rect">
            <a:avLst/>
          </a:prstGeom>
          <a:noFill/>
          <a:ln>
            <a:noFill/>
          </a:ln>
        </p:spPr>
      </p:sp>
      <p:sp>
        <p:nvSpPr>
          <p:cNvPr id="316" name="Google Shape;316;p42"/>
          <p:cNvSpPr txBox="1">
            <a:spLocks noGrp="1"/>
          </p:cNvSpPr>
          <p:nvPr>
            <p:ph type="title"/>
          </p:nvPr>
        </p:nvSpPr>
        <p:spPr>
          <a:xfrm>
            <a:off x="180475" y="3632700"/>
            <a:ext cx="42003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17" name="Google Shape;317;p42"/>
          <p:cNvSpPr txBox="1">
            <a:spLocks noGrp="1"/>
          </p:cNvSpPr>
          <p:nvPr>
            <p:ph type="body" idx="1"/>
          </p:nvPr>
        </p:nvSpPr>
        <p:spPr>
          <a:xfrm>
            <a:off x="180475" y="4133502"/>
            <a:ext cx="4200300" cy="7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318" name="Google Shape;318;p42"/>
          <p:cNvSpPr txBox="1">
            <a:spLocks noGrp="1"/>
          </p:cNvSpPr>
          <p:nvPr>
            <p:ph type="title" idx="3"/>
          </p:nvPr>
        </p:nvSpPr>
        <p:spPr>
          <a:xfrm>
            <a:off x="322275" y="116625"/>
            <a:ext cx="84948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19" name="Google Shape;319;p42"/>
          <p:cNvCxnSpPr/>
          <p:nvPr/>
        </p:nvCxnSpPr>
        <p:spPr>
          <a:xfrm>
            <a:off x="4572000" y="709150"/>
            <a:ext cx="0" cy="4443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42"/>
          <p:cNvCxnSpPr/>
          <p:nvPr/>
        </p:nvCxnSpPr>
        <p:spPr>
          <a:xfrm rot="10800000">
            <a:off x="0" y="3514875"/>
            <a:ext cx="9152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42"/>
          <p:cNvCxnSpPr/>
          <p:nvPr/>
        </p:nvCxnSpPr>
        <p:spPr>
          <a:xfrm rot="10800000">
            <a:off x="0" y="709575"/>
            <a:ext cx="9152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2" name="Google Shape;322;p42"/>
          <p:cNvSpPr>
            <a:spLocks noGrp="1"/>
          </p:cNvSpPr>
          <p:nvPr>
            <p:ph type="pic" idx="4"/>
          </p:nvPr>
        </p:nvSpPr>
        <p:spPr>
          <a:xfrm>
            <a:off x="4577525" y="713825"/>
            <a:ext cx="4571700" cy="2795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42"/>
          <p:cNvSpPr txBox="1">
            <a:spLocks noGrp="1"/>
          </p:cNvSpPr>
          <p:nvPr>
            <p:ph type="title" idx="5"/>
          </p:nvPr>
        </p:nvSpPr>
        <p:spPr>
          <a:xfrm>
            <a:off x="4763225" y="3632700"/>
            <a:ext cx="42003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24" name="Google Shape;324;p42"/>
          <p:cNvSpPr txBox="1">
            <a:spLocks noGrp="1"/>
          </p:cNvSpPr>
          <p:nvPr>
            <p:ph type="body" idx="6"/>
          </p:nvPr>
        </p:nvSpPr>
        <p:spPr>
          <a:xfrm>
            <a:off x="4763225" y="4133502"/>
            <a:ext cx="4200300" cy="7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description with phone">
  <p:cSld name="CUSTOM_3_1"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3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43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8" name="Google Shape;328;p43"/>
          <p:cNvSpPr txBox="1">
            <a:spLocks noGrp="1"/>
          </p:cNvSpPr>
          <p:nvPr>
            <p:ph type="body" idx="1"/>
          </p:nvPr>
        </p:nvSpPr>
        <p:spPr>
          <a:xfrm>
            <a:off x="226525" y="2080445"/>
            <a:ext cx="2924700" cy="16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9" name="Google Shape;329;p43"/>
          <p:cNvSpPr txBox="1">
            <a:spLocks noGrp="1"/>
          </p:cNvSpPr>
          <p:nvPr>
            <p:ph type="title" idx="3"/>
          </p:nvPr>
        </p:nvSpPr>
        <p:spPr>
          <a:xfrm>
            <a:off x="226525" y="1271100"/>
            <a:ext cx="2924700" cy="8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330" name="Google Shape;330;p43" descr="Blank mock of a smartphone."/>
          <p:cNvPicPr preferRelativeResize="0"/>
          <p:nvPr/>
        </p:nvPicPr>
        <p:blipFill rotWithShape="1">
          <a:blip r:embed="rId2">
            <a:alphaModFix/>
          </a:blip>
          <a:srcRect b="38737"/>
          <a:stretch/>
        </p:blipFill>
        <p:spPr>
          <a:xfrm>
            <a:off x="3882050" y="261250"/>
            <a:ext cx="4814074" cy="4882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3"/>
          <p:cNvSpPr>
            <a:spLocks noGrp="1"/>
          </p:cNvSpPr>
          <p:nvPr>
            <p:ph type="pic" idx="4"/>
          </p:nvPr>
        </p:nvSpPr>
        <p:spPr>
          <a:xfrm>
            <a:off x="4197575" y="512375"/>
            <a:ext cx="2847600" cy="4631100"/>
          </a:xfrm>
          <a:prstGeom prst="round2SameRect">
            <a:avLst>
              <a:gd name="adj1" fmla="val 12455"/>
              <a:gd name="adj2" fmla="val 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">
  <p:cSld name="CUSTOM_4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4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4"/>
          <p:cNvSpPr txBox="1">
            <a:spLocks noGrp="1"/>
          </p:cNvSpPr>
          <p:nvPr>
            <p:ph type="title" idx="2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"/>
              <a:buNone/>
              <a:defRPr sz="600" b="0"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44"/>
          <p:cNvSpPr txBox="1">
            <a:spLocks noGrp="1"/>
          </p:cNvSpPr>
          <p:nvPr>
            <p:ph type="body" idx="1"/>
          </p:nvPr>
        </p:nvSpPr>
        <p:spPr>
          <a:xfrm>
            <a:off x="226525" y="1793250"/>
            <a:ext cx="8599500" cy="15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●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1pPr>
            <a:lvl2pPr marL="914400" lvl="1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○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2pPr>
            <a:lvl3pPr marL="1371600" lvl="2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■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●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○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■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6pPr>
            <a:lvl7pPr marL="3200400" lvl="6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●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7pPr>
            <a:lvl8pPr marL="3657600" lvl="7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○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8pPr>
            <a:lvl9pPr marL="4114800" lvl="8" indent="-412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Font typeface="Inter Medium"/>
              <a:buChar char="■"/>
              <a:defRPr sz="2900"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336" name="Google Shape;336;p44"/>
          <p:cNvSpPr txBox="1">
            <a:spLocks noGrp="1"/>
          </p:cNvSpPr>
          <p:nvPr>
            <p:ph type="body" idx="3"/>
          </p:nvPr>
        </p:nvSpPr>
        <p:spPr>
          <a:xfrm>
            <a:off x="226525" y="4719800"/>
            <a:ext cx="31434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7" name="Google Shape;337;p44"/>
          <p:cNvSpPr txBox="1">
            <a:spLocks noGrp="1"/>
          </p:cNvSpPr>
          <p:nvPr>
            <p:ph type="body" idx="4"/>
          </p:nvPr>
        </p:nvSpPr>
        <p:spPr>
          <a:xfrm>
            <a:off x="3590149" y="4719800"/>
            <a:ext cx="25356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8" name="Google Shape;338;p44"/>
          <p:cNvSpPr txBox="1">
            <a:spLocks noGrp="1"/>
          </p:cNvSpPr>
          <p:nvPr>
            <p:ph type="body" idx="5"/>
          </p:nvPr>
        </p:nvSpPr>
        <p:spPr>
          <a:xfrm>
            <a:off x="6345974" y="4719800"/>
            <a:ext cx="25356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CUSTOM_4_1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5"/>
          <p:cNvSpPr txBox="1">
            <a:spLocks noGrp="1"/>
          </p:cNvSpPr>
          <p:nvPr>
            <p:ph type="body" idx="1"/>
          </p:nvPr>
        </p:nvSpPr>
        <p:spPr>
          <a:xfrm>
            <a:off x="226525" y="4334850"/>
            <a:ext cx="2673000" cy="62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1" name="Google Shape;341;p45"/>
          <p:cNvSpPr txBox="1">
            <a:spLocks noGrp="1"/>
          </p:cNvSpPr>
          <p:nvPr>
            <p:ph type="subTitle" idx="2"/>
          </p:nvPr>
        </p:nvSpPr>
        <p:spPr>
          <a:xfrm>
            <a:off x="226525" y="3712825"/>
            <a:ext cx="26730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45"/>
          <p:cNvSpPr txBox="1">
            <a:spLocks noGrp="1"/>
          </p:cNvSpPr>
          <p:nvPr>
            <p:ph type="body" idx="3"/>
          </p:nvPr>
        </p:nvSpPr>
        <p:spPr>
          <a:xfrm>
            <a:off x="3235500" y="4334850"/>
            <a:ext cx="2673000" cy="62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3" name="Google Shape;343;p45"/>
          <p:cNvSpPr txBox="1">
            <a:spLocks noGrp="1"/>
          </p:cNvSpPr>
          <p:nvPr>
            <p:ph type="subTitle" idx="4"/>
          </p:nvPr>
        </p:nvSpPr>
        <p:spPr>
          <a:xfrm>
            <a:off x="3235500" y="3712825"/>
            <a:ext cx="26730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p45"/>
          <p:cNvSpPr txBox="1">
            <a:spLocks noGrp="1"/>
          </p:cNvSpPr>
          <p:nvPr>
            <p:ph type="body" idx="5"/>
          </p:nvPr>
        </p:nvSpPr>
        <p:spPr>
          <a:xfrm>
            <a:off x="6153025" y="4334850"/>
            <a:ext cx="2673000" cy="62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5" name="Google Shape;345;p45"/>
          <p:cNvSpPr txBox="1">
            <a:spLocks noGrp="1"/>
          </p:cNvSpPr>
          <p:nvPr>
            <p:ph type="subTitle" idx="6"/>
          </p:nvPr>
        </p:nvSpPr>
        <p:spPr>
          <a:xfrm>
            <a:off x="6153025" y="3712825"/>
            <a:ext cx="26730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6" name="Google Shape;346;p45"/>
          <p:cNvSpPr txBox="1">
            <a:spLocks noGrp="1"/>
          </p:cNvSpPr>
          <p:nvPr>
            <p:ph type="title"/>
          </p:nvPr>
        </p:nvSpPr>
        <p:spPr>
          <a:xfrm>
            <a:off x="226525" y="1793250"/>
            <a:ext cx="8599500" cy="15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CUSTOM_4_1_1"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6"/>
          <p:cNvSpPr txBox="1">
            <a:spLocks noGrp="1"/>
          </p:cNvSpPr>
          <p:nvPr>
            <p:ph type="body" idx="1"/>
          </p:nvPr>
        </p:nvSpPr>
        <p:spPr>
          <a:xfrm>
            <a:off x="226525" y="4334850"/>
            <a:ext cx="4100100" cy="62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9" name="Google Shape;349;p46"/>
          <p:cNvSpPr txBox="1">
            <a:spLocks noGrp="1"/>
          </p:cNvSpPr>
          <p:nvPr>
            <p:ph type="subTitle" idx="2"/>
          </p:nvPr>
        </p:nvSpPr>
        <p:spPr>
          <a:xfrm>
            <a:off x="226525" y="3712825"/>
            <a:ext cx="41001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p46"/>
          <p:cNvSpPr txBox="1">
            <a:spLocks noGrp="1"/>
          </p:cNvSpPr>
          <p:nvPr>
            <p:ph type="body" idx="3"/>
          </p:nvPr>
        </p:nvSpPr>
        <p:spPr>
          <a:xfrm>
            <a:off x="4841843" y="4334850"/>
            <a:ext cx="4100100" cy="62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1" name="Google Shape;351;p46"/>
          <p:cNvSpPr txBox="1">
            <a:spLocks noGrp="1"/>
          </p:cNvSpPr>
          <p:nvPr>
            <p:ph type="subTitle" idx="4"/>
          </p:nvPr>
        </p:nvSpPr>
        <p:spPr>
          <a:xfrm>
            <a:off x="4841843" y="3712825"/>
            <a:ext cx="41001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46"/>
          <p:cNvSpPr txBox="1">
            <a:spLocks noGrp="1"/>
          </p:cNvSpPr>
          <p:nvPr>
            <p:ph type="body" idx="5"/>
          </p:nvPr>
        </p:nvSpPr>
        <p:spPr>
          <a:xfrm>
            <a:off x="226525" y="2723150"/>
            <a:ext cx="4100100" cy="62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3" name="Google Shape;353;p46"/>
          <p:cNvSpPr txBox="1">
            <a:spLocks noGrp="1"/>
          </p:cNvSpPr>
          <p:nvPr>
            <p:ph type="subTitle" idx="6"/>
          </p:nvPr>
        </p:nvSpPr>
        <p:spPr>
          <a:xfrm>
            <a:off x="226525" y="2101125"/>
            <a:ext cx="41001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46"/>
          <p:cNvSpPr txBox="1">
            <a:spLocks noGrp="1"/>
          </p:cNvSpPr>
          <p:nvPr>
            <p:ph type="body" idx="7"/>
          </p:nvPr>
        </p:nvSpPr>
        <p:spPr>
          <a:xfrm>
            <a:off x="4841843" y="2723150"/>
            <a:ext cx="4100100" cy="62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5" name="Google Shape;355;p46"/>
          <p:cNvSpPr txBox="1">
            <a:spLocks noGrp="1"/>
          </p:cNvSpPr>
          <p:nvPr>
            <p:ph type="subTitle" idx="8"/>
          </p:nvPr>
        </p:nvSpPr>
        <p:spPr>
          <a:xfrm>
            <a:off x="4841843" y="2101125"/>
            <a:ext cx="41001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46"/>
          <p:cNvSpPr txBox="1">
            <a:spLocks noGrp="1"/>
          </p:cNvSpPr>
          <p:nvPr>
            <p:ph type="title"/>
          </p:nvPr>
        </p:nvSpPr>
        <p:spPr>
          <a:xfrm>
            <a:off x="226525" y="433125"/>
            <a:ext cx="8599500" cy="15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BLANK_1"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48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60" name="Google Shape;360;p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_1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4" name="Google Shape;364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_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_1_2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5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71" name="Google Shape;371;p5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72" name="Google Shape;372;p5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3" name="Google Shape;373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CUSTOM_4_1_2"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52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76" name="Google Shape;376;p52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52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378" name="Google Shape;378;p52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79" name="Google Shape;379;p5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0" name="Google Shape;380;p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1" name="Google Shape;381;p52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82" name="Google Shape;382;p52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CUSTOM_4_1_1_1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53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5" name="Google Shape;385;p53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86" name="Google Shape;386;p53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87" name="Google Shape;387;p53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8" name="Google Shape;388;p53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53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0" name="Google Shape;390;p5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5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2" name="Google Shape;392;p53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3" name="Google Shape;393;p53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4" name="Google Shape;394;p53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41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 Mono"/>
              <a:buNone/>
              <a:defRPr sz="28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Char char="●"/>
              <a:defRPr sz="18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4"/>
          <p:cNvSpPr txBox="1">
            <a:spLocks noGrp="1"/>
          </p:cNvSpPr>
          <p:nvPr>
            <p:ph type="title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DATE 28.05.2026</a:t>
            </a:r>
            <a:endParaRPr/>
          </a:p>
        </p:txBody>
      </p:sp>
      <p:sp>
        <p:nvSpPr>
          <p:cNvPr id="400" name="Google Shape;400;p54"/>
          <p:cNvSpPr txBox="1">
            <a:spLocks noGrp="1"/>
          </p:cNvSpPr>
          <p:nvPr>
            <p:ph type="title" idx="4"/>
          </p:nvPr>
        </p:nvSpPr>
        <p:spPr>
          <a:xfrm>
            <a:off x="1517325" y="164375"/>
            <a:ext cx="31680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SKILLAB INNOVATION CHALLENGE 2026</a:t>
            </a:r>
            <a:endParaRPr sz="1100"/>
          </a:p>
        </p:txBody>
      </p:sp>
      <p:sp>
        <p:nvSpPr>
          <p:cNvPr id="401" name="Google Shape;401;p54"/>
          <p:cNvSpPr txBox="1">
            <a:spLocks noGrp="1"/>
          </p:cNvSpPr>
          <p:nvPr>
            <p:ph type="title" idx="4294967295"/>
          </p:nvPr>
        </p:nvSpPr>
        <p:spPr>
          <a:xfrm>
            <a:off x="226525" y="787375"/>
            <a:ext cx="4673100" cy="41637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0">
                <a:solidFill>
                  <a:srgbClr val="FAF9F6"/>
                </a:solidFill>
              </a:rPr>
              <a:t>an</a:t>
            </a:r>
            <a:r>
              <a:rPr lang="en" sz="8500"/>
              <a:t>GeLU</a:t>
            </a:r>
            <a:endParaRPr sz="1600" b="0"/>
          </a:p>
        </p:txBody>
      </p:sp>
      <p:pic>
        <p:nvPicPr>
          <p:cNvPr id="402" name="Google Shape;402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05850" y="482975"/>
            <a:ext cx="3939575" cy="4468101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54"/>
          <p:cNvSpPr txBox="1">
            <a:spLocks noGrp="1"/>
          </p:cNvSpPr>
          <p:nvPr>
            <p:ph type="title" idx="4"/>
          </p:nvPr>
        </p:nvSpPr>
        <p:spPr>
          <a:xfrm>
            <a:off x="1873825" y="645800"/>
            <a:ext cx="3168000" cy="2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/>
              <a:t>AN</a:t>
            </a:r>
            <a:endParaRPr sz="400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5"/>
          <p:cNvSpPr txBox="1">
            <a:spLocks noGrp="1"/>
          </p:cNvSpPr>
          <p:nvPr>
            <p:ph type="body" idx="3"/>
          </p:nvPr>
        </p:nvSpPr>
        <p:spPr>
          <a:xfrm>
            <a:off x="138550" y="2621100"/>
            <a:ext cx="424800" cy="220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</a:t>
            </a:r>
            <a:endParaRPr/>
          </a:p>
        </p:txBody>
      </p:sp>
      <p:sp>
        <p:nvSpPr>
          <p:cNvPr id="409" name="Google Shape;409;p55"/>
          <p:cNvSpPr txBox="1">
            <a:spLocks noGrp="1"/>
          </p:cNvSpPr>
          <p:nvPr>
            <p:ph type="body" idx="1"/>
          </p:nvPr>
        </p:nvSpPr>
        <p:spPr>
          <a:xfrm>
            <a:off x="6325910" y="2621103"/>
            <a:ext cx="2612700" cy="220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We Are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HealthCare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Green Energy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Tourism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Analysis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Candidate Analysis</a:t>
            </a:r>
            <a:endParaRPr/>
          </a:p>
        </p:txBody>
      </p:sp>
      <p:cxnSp>
        <p:nvCxnSpPr>
          <p:cNvPr id="410" name="Google Shape;410;p55"/>
          <p:cNvCxnSpPr/>
          <p:nvPr/>
        </p:nvCxnSpPr>
        <p:spPr>
          <a:xfrm>
            <a:off x="563100" y="2757075"/>
            <a:ext cx="696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55"/>
          <p:cNvCxnSpPr/>
          <p:nvPr/>
        </p:nvCxnSpPr>
        <p:spPr>
          <a:xfrm>
            <a:off x="563100" y="3000800"/>
            <a:ext cx="7036800" cy="24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412" name="Google Shape;412;p55"/>
          <p:cNvCxnSpPr/>
          <p:nvPr/>
        </p:nvCxnSpPr>
        <p:spPr>
          <a:xfrm rot="10800000" flipH="1">
            <a:off x="563100" y="3233150"/>
            <a:ext cx="7157700" cy="15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413" name="Google Shape;413;p55"/>
          <p:cNvCxnSpPr/>
          <p:nvPr/>
        </p:nvCxnSpPr>
        <p:spPr>
          <a:xfrm>
            <a:off x="563100" y="3719100"/>
            <a:ext cx="7143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55"/>
          <p:cNvCxnSpPr/>
          <p:nvPr/>
        </p:nvCxnSpPr>
        <p:spPr>
          <a:xfrm rot="10800000" flipH="1">
            <a:off x="563100" y="4224900"/>
            <a:ext cx="7483500" cy="5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415" name="Google Shape;415;p55"/>
          <p:cNvCxnSpPr/>
          <p:nvPr/>
        </p:nvCxnSpPr>
        <p:spPr>
          <a:xfrm rot="10800000" flipH="1">
            <a:off x="563100" y="4454700"/>
            <a:ext cx="6512400" cy="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416" name="Google Shape;416;p55"/>
          <p:cNvCxnSpPr/>
          <p:nvPr/>
        </p:nvCxnSpPr>
        <p:spPr>
          <a:xfrm>
            <a:off x="563100" y="4698825"/>
            <a:ext cx="6339300" cy="39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417" name="Google Shape;417;p55"/>
          <p:cNvSpPr txBox="1"/>
          <p:nvPr/>
        </p:nvSpPr>
        <p:spPr>
          <a:xfrm>
            <a:off x="226525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TABLE OF CONTENTS</a:t>
            </a:r>
            <a:endParaRPr sz="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18" name="Google Shape;418;p55"/>
          <p:cNvSpPr txBox="1"/>
          <p:nvPr/>
        </p:nvSpPr>
        <p:spPr>
          <a:xfrm>
            <a:off x="7234267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PRODUCT OVERVIEW</a:t>
            </a:r>
            <a:endParaRPr sz="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19" name="Google Shape;419;p55"/>
          <p:cNvSpPr txBox="1">
            <a:spLocks noGrp="1"/>
          </p:cNvSpPr>
          <p:nvPr>
            <p:ph type="title" idx="4"/>
          </p:nvPr>
        </p:nvSpPr>
        <p:spPr>
          <a:xfrm>
            <a:off x="302725" y="571800"/>
            <a:ext cx="67635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cxnSp>
        <p:nvCxnSpPr>
          <p:cNvPr id="420" name="Google Shape;420;p55"/>
          <p:cNvCxnSpPr/>
          <p:nvPr/>
        </p:nvCxnSpPr>
        <p:spPr>
          <a:xfrm>
            <a:off x="563100" y="3481738"/>
            <a:ext cx="8063700" cy="69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421" name="Google Shape;421;p55"/>
          <p:cNvCxnSpPr/>
          <p:nvPr/>
        </p:nvCxnSpPr>
        <p:spPr>
          <a:xfrm>
            <a:off x="540625" y="3938913"/>
            <a:ext cx="6947700" cy="69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ot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56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WE ARE</a:t>
            </a:r>
            <a:endParaRPr/>
          </a:p>
        </p:txBody>
      </p:sp>
      <p:sp>
        <p:nvSpPr>
          <p:cNvPr id="427" name="Google Shape;427;p56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428" name="Google Shape;428;p56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  <p:sp>
        <p:nvSpPr>
          <p:cNvPr id="429" name="Google Shape;429;p56"/>
          <p:cNvSpPr txBox="1"/>
          <p:nvPr/>
        </p:nvSpPr>
        <p:spPr>
          <a:xfrm>
            <a:off x="226525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CYMBAL</a:t>
            </a:r>
            <a:endParaRPr sz="6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30" name="Google Shape;430;p56"/>
          <p:cNvSpPr txBox="1"/>
          <p:nvPr/>
        </p:nvSpPr>
        <p:spPr>
          <a:xfrm>
            <a:off x="7234267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PRODUCT OVERVIEW</a:t>
            </a:r>
            <a:endParaRPr sz="6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7"/>
          <p:cNvSpPr txBox="1">
            <a:spLocks noGrp="1"/>
          </p:cNvSpPr>
          <p:nvPr>
            <p:ph type="title"/>
          </p:nvPr>
        </p:nvSpPr>
        <p:spPr>
          <a:xfrm>
            <a:off x="114675" y="3632700"/>
            <a:ext cx="2939100" cy="6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Ian Stefan-Cazacu</a:t>
            </a:r>
            <a:endParaRPr sz="2000"/>
          </a:p>
        </p:txBody>
      </p:sp>
      <p:sp>
        <p:nvSpPr>
          <p:cNvPr id="436" name="Google Shape;436;p57"/>
          <p:cNvSpPr txBox="1">
            <a:spLocks noGrp="1"/>
          </p:cNvSpPr>
          <p:nvPr>
            <p:ph type="title" idx="3"/>
          </p:nvPr>
        </p:nvSpPr>
        <p:spPr>
          <a:xfrm>
            <a:off x="3208650" y="3632698"/>
            <a:ext cx="27267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Rus Vlad-Andrei</a:t>
            </a:r>
            <a:endParaRPr sz="2000"/>
          </a:p>
        </p:txBody>
      </p:sp>
      <p:sp>
        <p:nvSpPr>
          <p:cNvPr id="437" name="Google Shape;437;p57"/>
          <p:cNvSpPr txBox="1">
            <a:spLocks noGrp="1"/>
          </p:cNvSpPr>
          <p:nvPr>
            <p:ph type="title" idx="5"/>
          </p:nvPr>
        </p:nvSpPr>
        <p:spPr>
          <a:xfrm>
            <a:off x="6268950" y="3632698"/>
            <a:ext cx="27267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Razvan Stan</a:t>
            </a:r>
            <a:endParaRPr sz="2000"/>
          </a:p>
        </p:txBody>
      </p:sp>
      <p:sp>
        <p:nvSpPr>
          <p:cNvPr id="438" name="Google Shape;438;p57"/>
          <p:cNvSpPr txBox="1"/>
          <p:nvPr/>
        </p:nvSpPr>
        <p:spPr>
          <a:xfrm>
            <a:off x="226525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OUR STORY</a:t>
            </a:r>
            <a:endParaRPr sz="6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39" name="Google Shape;439;p57"/>
          <p:cNvSpPr txBox="1"/>
          <p:nvPr/>
        </p:nvSpPr>
        <p:spPr>
          <a:xfrm>
            <a:off x="7234267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WHO WE ARE</a:t>
            </a:r>
            <a:endParaRPr sz="6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440" name="Google Shape;440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" y="764750"/>
            <a:ext cx="2939126" cy="2715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1" name="Google Shape;441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57300" y="763925"/>
            <a:ext cx="2939125" cy="271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57"/>
          <p:cNvPicPr preferRelativeResize="0"/>
          <p:nvPr/>
        </p:nvPicPr>
        <p:blipFill rotWithShape="1">
          <a:blip r:embed="rId5">
            <a:alphaModFix/>
          </a:blip>
          <a:srcRect t="6235" b="26646"/>
          <a:stretch/>
        </p:blipFill>
        <p:spPr>
          <a:xfrm>
            <a:off x="3102437" y="749338"/>
            <a:ext cx="2939100" cy="2746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8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Introduction:</a:t>
            </a:r>
            <a:endParaRPr/>
          </a:p>
        </p:txBody>
      </p:sp>
      <p:sp>
        <p:nvSpPr>
          <p:cNvPr id="448" name="Google Shape;448;p58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449" name="Google Shape;449;p58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  <p:sp>
        <p:nvSpPr>
          <p:cNvPr id="450" name="Google Shape;450;p58"/>
          <p:cNvSpPr txBox="1"/>
          <p:nvPr/>
        </p:nvSpPr>
        <p:spPr>
          <a:xfrm>
            <a:off x="226525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CYMBAL</a:t>
            </a:r>
            <a:endParaRPr sz="6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51" name="Google Shape;451;p58"/>
          <p:cNvSpPr txBox="1"/>
          <p:nvPr/>
        </p:nvSpPr>
        <p:spPr>
          <a:xfrm>
            <a:off x="7234267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PRODUCT OVERVIEW</a:t>
            </a:r>
            <a:endParaRPr sz="6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9"/>
          <p:cNvSpPr/>
          <p:nvPr/>
        </p:nvSpPr>
        <p:spPr>
          <a:xfrm>
            <a:off x="152125" y="486975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16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Introduction: How do we analyse the market?</a:t>
            </a:r>
            <a:endParaRPr sz="16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57" name="Google Shape;457;p59"/>
          <p:cNvSpPr txBox="1"/>
          <p:nvPr/>
        </p:nvSpPr>
        <p:spPr>
          <a:xfrm>
            <a:off x="226525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OUR VISION</a:t>
            </a:r>
            <a:endParaRPr sz="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58" name="Google Shape;458;p59"/>
          <p:cNvSpPr txBox="1"/>
          <p:nvPr/>
        </p:nvSpPr>
        <p:spPr>
          <a:xfrm>
            <a:off x="7234267" y="164380"/>
            <a:ext cx="16473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INTRODUCTION</a:t>
            </a:r>
            <a:endParaRPr sz="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459" name="Google Shape;459;p59"/>
          <p:cNvSpPr txBox="1">
            <a:spLocks noGrp="1"/>
          </p:cNvSpPr>
          <p:nvPr>
            <p:ph type="body" idx="4294967295"/>
          </p:nvPr>
        </p:nvSpPr>
        <p:spPr>
          <a:xfrm>
            <a:off x="226525" y="1290575"/>
            <a:ext cx="8034300" cy="31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b="1"/>
              <a:t>Demand frequency:</a:t>
            </a:r>
            <a:r>
              <a:rPr lang="en" sz="1600"/>
              <a:t> skill job count / max skill job count in domain</a:t>
            </a:r>
            <a:endParaRPr sz="1600"/>
          </a:p>
          <a:p>
            <a:pPr marL="457200" lvl="0" indent="-330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b="1"/>
              <a:t>Supply frequency:</a:t>
            </a:r>
            <a:r>
              <a:rPr lang="en" sz="1600"/>
              <a:t> skill profile count / max skill profile count in domain</a:t>
            </a:r>
            <a:endParaRPr sz="1600"/>
          </a:p>
          <a:p>
            <a:pPr marL="457200" lvl="0" indent="-330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b="1"/>
              <a:t>Course frequency:</a:t>
            </a:r>
            <a:r>
              <a:rPr lang="en" sz="1600"/>
              <a:t> skill course count / max skill course count in domain</a:t>
            </a:r>
            <a:endParaRPr sz="1600"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b="1"/>
              <a:t>Relevance index:</a:t>
            </a:r>
            <a:r>
              <a:rPr lang="en" sz="1600"/>
              <a:t> 0.45 * demand + 0.25 * shortage + 0.2- * trend + </a:t>
            </a:r>
            <a:br>
              <a:rPr lang="en" sz="1600"/>
            </a:br>
            <a:r>
              <a:rPr lang="en" sz="1600"/>
              <a:t>0.10 * course coverage</a:t>
            </a:r>
            <a:endParaRPr sz="16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Google Shape;464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839" y="201287"/>
            <a:ext cx="8428312" cy="4740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61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HealthCare:</a:t>
            </a:r>
            <a:endParaRPr/>
          </a:p>
        </p:txBody>
      </p:sp>
      <p:sp>
        <p:nvSpPr>
          <p:cNvPr id="470" name="Google Shape;470;p61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471" name="Google Shape;471;p61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62"/>
          <p:cNvSpPr/>
          <p:nvPr/>
        </p:nvSpPr>
        <p:spPr>
          <a:xfrm>
            <a:off x="123075" y="214000"/>
            <a:ext cx="6935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HealthCare: Demand/Supply Skill Gap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477" name="Google Shape;477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350" y="894150"/>
            <a:ext cx="7741976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63"/>
          <p:cNvSpPr/>
          <p:nvPr/>
        </p:nvSpPr>
        <p:spPr>
          <a:xfrm>
            <a:off x="123075" y="214000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HealthCare: Skill Relevance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483" name="Google Shape;48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1150" y="894150"/>
            <a:ext cx="7376076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4"/>
          <p:cNvSpPr/>
          <p:nvPr/>
        </p:nvSpPr>
        <p:spPr>
          <a:xfrm>
            <a:off x="123075" y="214000"/>
            <a:ext cx="64302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HealthCare: </a:t>
            </a:r>
            <a:r>
              <a:rPr lang="en" sz="2100" b="1">
                <a:solidFill>
                  <a:srgbClr val="274E13"/>
                </a:solidFill>
                <a:latin typeface="Roboto Mono"/>
                <a:ea typeface="Roboto Mono"/>
                <a:cs typeface="Roboto Mono"/>
                <a:sym typeface="Roboto Mono"/>
              </a:rPr>
              <a:t>Rising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and </a:t>
            </a:r>
            <a:r>
              <a:rPr lang="en" sz="2100" b="1">
                <a:solidFill>
                  <a:srgbClr val="660000"/>
                </a:solidFill>
                <a:latin typeface="Roboto Mono"/>
                <a:ea typeface="Roboto Mono"/>
                <a:cs typeface="Roboto Mono"/>
                <a:sym typeface="Roboto Mono"/>
              </a:rPr>
              <a:t>Cooling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Skills 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489" name="Google Shape;489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074" y="884177"/>
            <a:ext cx="7573524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5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IT:</a:t>
            </a:r>
            <a:endParaRPr/>
          </a:p>
        </p:txBody>
      </p:sp>
      <p:sp>
        <p:nvSpPr>
          <p:cNvPr id="495" name="Google Shape;495;p65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496" name="Google Shape;496;p65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6"/>
          <p:cNvSpPr/>
          <p:nvPr/>
        </p:nvSpPr>
        <p:spPr>
          <a:xfrm>
            <a:off x="123075" y="214000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IT: Demand/Supply Skill Gap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02" name="Google Shape;50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375" y="898300"/>
            <a:ext cx="7995324" cy="405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67"/>
          <p:cNvSpPr/>
          <p:nvPr/>
        </p:nvSpPr>
        <p:spPr>
          <a:xfrm>
            <a:off x="123075" y="214000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IT: Skill Relevance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08" name="Google Shape;508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4500" y="880900"/>
            <a:ext cx="7853124" cy="405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68"/>
          <p:cNvSpPr/>
          <p:nvPr/>
        </p:nvSpPr>
        <p:spPr>
          <a:xfrm>
            <a:off x="123075" y="214000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IT: </a:t>
            </a:r>
            <a:r>
              <a:rPr lang="en" sz="2100" b="1">
                <a:solidFill>
                  <a:srgbClr val="274E13"/>
                </a:solidFill>
                <a:latin typeface="Roboto Mono"/>
                <a:ea typeface="Roboto Mono"/>
                <a:cs typeface="Roboto Mono"/>
                <a:sym typeface="Roboto Mono"/>
              </a:rPr>
              <a:t>Rising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and </a:t>
            </a:r>
            <a:r>
              <a:rPr lang="en" sz="2100" b="1">
                <a:solidFill>
                  <a:srgbClr val="660000"/>
                </a:solidFill>
                <a:latin typeface="Roboto Mono"/>
                <a:ea typeface="Roboto Mono"/>
                <a:cs typeface="Roboto Mono"/>
                <a:sym typeface="Roboto Mono"/>
              </a:rPr>
              <a:t>Cooling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Skills 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14" name="Google Shape;514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350" y="859300"/>
            <a:ext cx="7590976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69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Education:</a:t>
            </a:r>
            <a:endParaRPr/>
          </a:p>
        </p:txBody>
      </p:sp>
      <p:sp>
        <p:nvSpPr>
          <p:cNvPr id="520" name="Google Shape;520;p69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521" name="Google Shape;521;p69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70"/>
          <p:cNvSpPr/>
          <p:nvPr/>
        </p:nvSpPr>
        <p:spPr>
          <a:xfrm>
            <a:off x="123075" y="214000"/>
            <a:ext cx="59598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Education: Demand/Supply Skill Gap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27" name="Google Shape;52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00" y="865125"/>
            <a:ext cx="7800052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71"/>
          <p:cNvSpPr/>
          <p:nvPr/>
        </p:nvSpPr>
        <p:spPr>
          <a:xfrm>
            <a:off x="123075" y="214000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Education: Skill Relevance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33" name="Google Shape;533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0525" y="911600"/>
            <a:ext cx="7457376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72"/>
          <p:cNvSpPr/>
          <p:nvPr/>
        </p:nvSpPr>
        <p:spPr>
          <a:xfrm>
            <a:off x="123075" y="214000"/>
            <a:ext cx="64302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Education: </a:t>
            </a:r>
            <a:r>
              <a:rPr lang="en" sz="2100" b="1">
                <a:solidFill>
                  <a:srgbClr val="274E13"/>
                </a:solidFill>
                <a:latin typeface="Roboto Mono"/>
                <a:ea typeface="Roboto Mono"/>
                <a:cs typeface="Roboto Mono"/>
                <a:sym typeface="Roboto Mono"/>
              </a:rPr>
              <a:t>Rising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and </a:t>
            </a:r>
            <a:r>
              <a:rPr lang="en" sz="2100" b="1">
                <a:solidFill>
                  <a:srgbClr val="660000"/>
                </a:solidFill>
                <a:latin typeface="Roboto Mono"/>
                <a:ea typeface="Roboto Mono"/>
                <a:cs typeface="Roboto Mono"/>
                <a:sym typeface="Roboto Mono"/>
              </a:rPr>
              <a:t>Cooling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Skills 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39" name="Google Shape;539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525" y="865125"/>
            <a:ext cx="8020752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73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Green Energy:</a:t>
            </a:r>
            <a:endParaRPr/>
          </a:p>
        </p:txBody>
      </p:sp>
      <p:sp>
        <p:nvSpPr>
          <p:cNvPr id="545" name="Google Shape;545;p73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546" name="Google Shape;546;p73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4"/>
          <p:cNvSpPr/>
          <p:nvPr/>
        </p:nvSpPr>
        <p:spPr>
          <a:xfrm>
            <a:off x="123075" y="214000"/>
            <a:ext cx="6668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Green Energy: Demand/Supply Skill Gap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52" name="Google Shape;552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925" y="940625"/>
            <a:ext cx="7927824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75"/>
          <p:cNvSpPr/>
          <p:nvPr/>
        </p:nvSpPr>
        <p:spPr>
          <a:xfrm>
            <a:off x="123075" y="214000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Green Energy: Skill Relevance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58" name="Google Shape;55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775" y="876725"/>
            <a:ext cx="7666452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6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Green Energy: </a:t>
            </a:r>
            <a:r>
              <a:rPr lang="en" sz="2100" b="1">
                <a:solidFill>
                  <a:srgbClr val="274E13"/>
                </a:solidFill>
                <a:latin typeface="Roboto Mono"/>
                <a:ea typeface="Roboto Mono"/>
                <a:cs typeface="Roboto Mono"/>
                <a:sym typeface="Roboto Mono"/>
              </a:rPr>
              <a:t>Rising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and </a:t>
            </a:r>
            <a:r>
              <a:rPr lang="en" sz="2100" b="1">
                <a:solidFill>
                  <a:srgbClr val="660000"/>
                </a:solidFill>
                <a:latin typeface="Roboto Mono"/>
                <a:ea typeface="Roboto Mono"/>
                <a:cs typeface="Roboto Mono"/>
                <a:sym typeface="Roboto Mono"/>
              </a:rPr>
              <a:t>Cooling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Skills 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64" name="Google Shape;564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5000" y="934800"/>
            <a:ext cx="7933624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77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Tourism:</a:t>
            </a:r>
            <a:endParaRPr/>
          </a:p>
        </p:txBody>
      </p:sp>
      <p:sp>
        <p:nvSpPr>
          <p:cNvPr id="570" name="Google Shape;570;p77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571" name="Google Shape;571;p77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8"/>
          <p:cNvSpPr/>
          <p:nvPr/>
        </p:nvSpPr>
        <p:spPr>
          <a:xfrm>
            <a:off x="123075" y="214000"/>
            <a:ext cx="6668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Tourism: Demand/Supply Skill Gap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77" name="Google Shape;57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225" y="865100"/>
            <a:ext cx="7678076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79"/>
          <p:cNvSpPr/>
          <p:nvPr/>
        </p:nvSpPr>
        <p:spPr>
          <a:xfrm>
            <a:off x="123075" y="214000"/>
            <a:ext cx="55506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Tourism: Skill Relevance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83" name="Google Shape;583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9200" y="899975"/>
            <a:ext cx="7695500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0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Tourism: </a:t>
            </a:r>
            <a:r>
              <a:rPr lang="en" sz="2100" b="1">
                <a:solidFill>
                  <a:srgbClr val="274E13"/>
                </a:solidFill>
                <a:latin typeface="Roboto Mono"/>
                <a:ea typeface="Roboto Mono"/>
                <a:cs typeface="Roboto Mono"/>
                <a:sym typeface="Roboto Mono"/>
              </a:rPr>
              <a:t>Rising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and </a:t>
            </a:r>
            <a:r>
              <a:rPr lang="en" sz="2100" b="1">
                <a:solidFill>
                  <a:srgbClr val="660000"/>
                </a:solidFill>
                <a:latin typeface="Roboto Mono"/>
                <a:ea typeface="Roboto Mono"/>
                <a:cs typeface="Roboto Mono"/>
                <a:sym typeface="Roboto Mono"/>
              </a:rPr>
              <a:t>Cooling</a:t>
            </a: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Skills 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589" name="Google Shape;589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800" y="894175"/>
            <a:ext cx="7887176" cy="406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81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Analysis:</a:t>
            </a:r>
            <a:endParaRPr/>
          </a:p>
        </p:txBody>
      </p:sp>
      <p:sp>
        <p:nvSpPr>
          <p:cNvPr id="595" name="Google Shape;595;p81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596" name="Google Shape;596;p81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82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Rising skills under-supplied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602" name="Google Shape;602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613" y="1216125"/>
            <a:ext cx="8006776" cy="36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Google Shape;603;p82"/>
          <p:cNvSpPr txBox="1"/>
          <p:nvPr/>
        </p:nvSpPr>
        <p:spPr>
          <a:xfrm>
            <a:off x="558025" y="816975"/>
            <a:ext cx="46320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Skills that are required but not many people have earned them yet.</a:t>
            </a:r>
            <a:endParaRPr sz="10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83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Training ROI Priority: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09" name="Google Shape;609;p83"/>
          <p:cNvSpPr txBox="1"/>
          <p:nvPr/>
        </p:nvSpPr>
        <p:spPr>
          <a:xfrm>
            <a:off x="558025" y="816975"/>
            <a:ext cx="46320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Which course helps the candidate the most:</a:t>
            </a:r>
            <a:endParaRPr sz="10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10" name="Google Shape;61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0925" y="1175750"/>
            <a:ext cx="7303526" cy="370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84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 dirty="0" smtClean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Capability-family </a:t>
            </a:r>
            <a:r>
              <a:rPr lang="en" sz="2100" b="1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shortage:</a:t>
            </a:r>
            <a:endParaRPr sz="2100" b="1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16" name="Google Shape;616;p84"/>
          <p:cNvSpPr txBox="1"/>
          <p:nvPr/>
        </p:nvSpPr>
        <p:spPr>
          <a:xfrm>
            <a:off x="558025" y="816975"/>
            <a:ext cx="46320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Based on the ESCO hierarchy, which family of skills is most important:</a:t>
            </a:r>
            <a:endParaRPr sz="10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17" name="Google Shape;617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450" y="1287750"/>
            <a:ext cx="7140849" cy="370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85"/>
          <p:cNvSpPr txBox="1">
            <a:spLocks noGrp="1"/>
          </p:cNvSpPr>
          <p:nvPr>
            <p:ph type="title"/>
          </p:nvPr>
        </p:nvSpPr>
        <p:spPr>
          <a:xfrm>
            <a:off x="226525" y="1567296"/>
            <a:ext cx="8691000" cy="338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Candidate Analysis:</a:t>
            </a:r>
            <a:endParaRPr/>
          </a:p>
        </p:txBody>
      </p:sp>
      <p:sp>
        <p:nvSpPr>
          <p:cNvPr id="623" name="Google Shape;623;p85"/>
          <p:cNvSpPr txBox="1">
            <a:spLocks noGrp="1"/>
          </p:cNvSpPr>
          <p:nvPr>
            <p:ph type="title" idx="4294967295"/>
          </p:nvPr>
        </p:nvSpPr>
        <p:spPr>
          <a:xfrm>
            <a:off x="226525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CYMBAL</a:t>
            </a:r>
            <a:endParaRPr/>
          </a:p>
        </p:txBody>
      </p:sp>
      <p:sp>
        <p:nvSpPr>
          <p:cNvPr id="624" name="Google Shape;624;p85"/>
          <p:cNvSpPr txBox="1">
            <a:spLocks noGrp="1"/>
          </p:cNvSpPr>
          <p:nvPr>
            <p:ph type="title" idx="4294967295"/>
          </p:nvPr>
        </p:nvSpPr>
        <p:spPr>
          <a:xfrm>
            <a:off x="7234267" y="164380"/>
            <a:ext cx="1647300" cy="2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86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Top candidate readiness by domain: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30" name="Google Shape;630;p86"/>
          <p:cNvSpPr txBox="1"/>
          <p:nvPr/>
        </p:nvSpPr>
        <p:spPr>
          <a:xfrm>
            <a:off x="558025" y="816975"/>
            <a:ext cx="46320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Best candidate for domains:</a:t>
            </a:r>
            <a:endParaRPr sz="10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1" name="Google Shape;631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4250" y="1129575"/>
            <a:ext cx="7216276" cy="3709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87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Career Bridges: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37" name="Google Shape;637;p87"/>
          <p:cNvSpPr txBox="1"/>
          <p:nvPr/>
        </p:nvSpPr>
        <p:spPr>
          <a:xfrm>
            <a:off x="558025" y="816975"/>
            <a:ext cx="46320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For which candidate the transition is easiest from one domain to another:</a:t>
            </a:r>
            <a:endParaRPr sz="10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8" name="Google Shape;638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00" y="1129575"/>
            <a:ext cx="7810499" cy="370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88"/>
          <p:cNvSpPr/>
          <p:nvPr/>
        </p:nvSpPr>
        <p:spPr>
          <a:xfrm>
            <a:off x="123075" y="214000"/>
            <a:ext cx="6761400" cy="556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21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Domain Market Attractiveness:</a:t>
            </a:r>
            <a:endParaRPr sz="21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44" name="Google Shape;644;p88"/>
          <p:cNvSpPr txBox="1"/>
          <p:nvPr/>
        </p:nvSpPr>
        <p:spPr>
          <a:xfrm>
            <a:off x="558025" y="816975"/>
            <a:ext cx="46320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Which domain is most attractive/ most people want to build a career in:</a:t>
            </a:r>
            <a:endParaRPr sz="10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5" name="Google Shape;645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025" y="1129575"/>
            <a:ext cx="7573826" cy="3709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89"/>
          <p:cNvSpPr txBox="1">
            <a:spLocks noGrp="1"/>
          </p:cNvSpPr>
          <p:nvPr>
            <p:ph type="title" idx="4"/>
          </p:nvPr>
        </p:nvSpPr>
        <p:spPr>
          <a:xfrm>
            <a:off x="226525" y="630625"/>
            <a:ext cx="4458900" cy="208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651" name="Google Shape;651;p89"/>
          <p:cNvSpPr txBox="1">
            <a:spLocks noGrp="1"/>
          </p:cNvSpPr>
          <p:nvPr>
            <p:ph type="body" idx="1"/>
          </p:nvPr>
        </p:nvSpPr>
        <p:spPr>
          <a:xfrm>
            <a:off x="266700" y="4099025"/>
            <a:ext cx="4458900" cy="84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Q&amp;A?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roduct / Service Offering Overview #2">
  <a:themeElements>
    <a:clrScheme name="Simple Light">
      <a:dk1>
        <a:srgbClr val="000000"/>
      </a:dk1>
      <a:lt1>
        <a:srgbClr val="E2DFD2"/>
      </a:lt1>
      <a:dk2>
        <a:srgbClr val="FFFCE9"/>
      </a:dk2>
      <a:lt2>
        <a:srgbClr val="C9C3A7"/>
      </a:lt2>
      <a:accent1>
        <a:srgbClr val="FFEDCF"/>
      </a:accent1>
      <a:accent2>
        <a:srgbClr val="595959"/>
      </a:accent2>
      <a:accent3>
        <a:srgbClr val="D56F3E"/>
      </a:accent3>
      <a:accent4>
        <a:srgbClr val="FF7D00"/>
      </a:accent4>
      <a:accent5>
        <a:srgbClr val="78290F"/>
      </a:accent5>
      <a:accent6>
        <a:srgbClr val="D05353"/>
      </a:accent6>
      <a:hlink>
        <a:srgbClr val="DF29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</Words>
  <Application>Microsoft Office PowerPoint</Application>
  <PresentationFormat>Expunere pe ecran (16:9)</PresentationFormat>
  <Paragraphs>97</Paragraphs>
  <Slides>36</Slides>
  <Notes>36</Notes>
  <HiddenSlides>0</HiddenSlides>
  <MMClips>0</MMClips>
  <ScaleCrop>false</ScaleCrop>
  <HeadingPairs>
    <vt:vector size="6" baseType="variant">
      <vt:variant>
        <vt:lpstr>Fonturi utilizate</vt:lpstr>
      </vt:variant>
      <vt:variant>
        <vt:i4>6</vt:i4>
      </vt:variant>
      <vt:variant>
        <vt:lpstr>Temă</vt:lpstr>
      </vt:variant>
      <vt:variant>
        <vt:i4>2</vt:i4>
      </vt:variant>
      <vt:variant>
        <vt:lpstr>Titluri diapozitive</vt:lpstr>
      </vt:variant>
      <vt:variant>
        <vt:i4>36</vt:i4>
      </vt:variant>
    </vt:vector>
  </HeadingPairs>
  <TitlesOfParts>
    <vt:vector size="44" baseType="lpstr">
      <vt:lpstr>Lato</vt:lpstr>
      <vt:lpstr>Roboto Mono</vt:lpstr>
      <vt:lpstr>Inter Medium</vt:lpstr>
      <vt:lpstr>Inter</vt:lpstr>
      <vt:lpstr>Montserrat</vt:lpstr>
      <vt:lpstr>Arial</vt:lpstr>
      <vt:lpstr>Focus</vt:lpstr>
      <vt:lpstr>Product / Service Offering Overview #2</vt:lpstr>
      <vt:lpstr>DATE 28.05.2026</vt:lpstr>
      <vt:lpstr>TABLE OF CONTENTS</vt:lpstr>
      <vt:lpstr>WHO WE ARE</vt:lpstr>
      <vt:lpstr>Ian Stefan-Cazacu</vt:lpstr>
      <vt:lpstr>Introduction:</vt:lpstr>
      <vt:lpstr>Prezentare PowerPoint</vt:lpstr>
      <vt:lpstr>Prezentare PowerPoint</vt:lpstr>
      <vt:lpstr>HealthCare:</vt:lpstr>
      <vt:lpstr>Prezentare PowerPoint</vt:lpstr>
      <vt:lpstr>Prezentare PowerPoint</vt:lpstr>
      <vt:lpstr>Prezentare PowerPoint</vt:lpstr>
      <vt:lpstr>IT:</vt:lpstr>
      <vt:lpstr>Prezentare PowerPoint</vt:lpstr>
      <vt:lpstr>Prezentare PowerPoint</vt:lpstr>
      <vt:lpstr>Prezentare PowerPoint</vt:lpstr>
      <vt:lpstr>Education:</vt:lpstr>
      <vt:lpstr>Prezentare PowerPoint</vt:lpstr>
      <vt:lpstr>Prezentare PowerPoint</vt:lpstr>
      <vt:lpstr>Prezentare PowerPoint</vt:lpstr>
      <vt:lpstr>Green Energy:</vt:lpstr>
      <vt:lpstr>Prezentare PowerPoint</vt:lpstr>
      <vt:lpstr>Prezentare PowerPoint</vt:lpstr>
      <vt:lpstr>Prezentare PowerPoint</vt:lpstr>
      <vt:lpstr>Tourism:</vt:lpstr>
      <vt:lpstr>Prezentare PowerPoint</vt:lpstr>
      <vt:lpstr>Prezentare PowerPoint</vt:lpstr>
      <vt:lpstr>Prezentare PowerPoint</vt:lpstr>
      <vt:lpstr>General Analysis:</vt:lpstr>
      <vt:lpstr>Prezentare PowerPoint</vt:lpstr>
      <vt:lpstr>Prezentare PowerPoint</vt:lpstr>
      <vt:lpstr>Prezentare PowerPoint</vt:lpstr>
      <vt:lpstr>Candidate Analysis:</vt:lpstr>
      <vt:lpstr>Prezentare PowerPoint</vt:lpstr>
      <vt:lpstr>Prezentare PowerPoint</vt:lpstr>
      <vt:lpstr>Prezentare PowerPoint</vt:lpstr>
      <vt:lpstr>THANK YOU!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DATE 28.05.2026</dc:title>
  <cp:lastModifiedBy>Elev</cp:lastModifiedBy>
  <cp:revision>2</cp:revision>
  <dcterms:modified xsi:type="dcterms:W3CDTF">2026-05-28T06:23:53Z</dcterms:modified>
</cp:coreProperties>
</file>