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9" r:id="rId4"/>
    <p:sldMasterId id="214748370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5143500" cx="9144000"/>
  <p:notesSz cx="6858000" cy="9144000"/>
  <p:embeddedFontLst>
    <p:embeddedFont>
      <p:font typeface="Montserrat"/>
      <p:regular r:id="rId43"/>
      <p:bold r:id="rId44"/>
      <p:italic r:id="rId45"/>
      <p:boldItalic r:id="rId46"/>
    </p:embeddedFont>
    <p:embeddedFont>
      <p:font typeface="Lato"/>
      <p:regular r:id="rId47"/>
      <p:bold r:id="rId48"/>
      <p:italic r:id="rId49"/>
      <p:boldItalic r:id="rId50"/>
    </p:embeddedFont>
    <p:embeddedFont>
      <p:font typeface="Inter"/>
      <p:regular r:id="rId51"/>
      <p:bold r:id="rId52"/>
      <p:italic r:id="rId53"/>
      <p:boldItalic r:id="rId54"/>
    </p:embeddedFont>
    <p:embeddedFont>
      <p:font typeface="Roboto Mono"/>
      <p:regular r:id="rId55"/>
      <p:bold r:id="rId56"/>
      <p:italic r:id="rId57"/>
      <p:boldItalic r:id="rId58"/>
    </p:embeddedFont>
    <p:embeddedFont>
      <p:font typeface="Inter Medium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font" Target="fonts/Montserrat-bold.fntdata"/><Relationship Id="rId43" Type="http://schemas.openxmlformats.org/officeDocument/2006/relationships/font" Target="fonts/Montserrat-regular.fntdata"/><Relationship Id="rId46" Type="http://schemas.openxmlformats.org/officeDocument/2006/relationships/font" Target="fonts/Montserrat-boldItalic.fntdata"/><Relationship Id="rId45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Lato-bold.fntdata"/><Relationship Id="rId47" Type="http://schemas.openxmlformats.org/officeDocument/2006/relationships/font" Target="fonts/Lato-regular.fntdata"/><Relationship Id="rId49" Type="http://schemas.openxmlformats.org/officeDocument/2006/relationships/font" Target="fonts/Lato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InterMedium-boldItalic.fntdata"/><Relationship Id="rId61" Type="http://schemas.openxmlformats.org/officeDocument/2006/relationships/font" Target="fonts/InterMedium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InterMedium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Inter-regular.fntdata"/><Relationship Id="rId50" Type="http://schemas.openxmlformats.org/officeDocument/2006/relationships/font" Target="fonts/Lato-boldItalic.fntdata"/><Relationship Id="rId53" Type="http://schemas.openxmlformats.org/officeDocument/2006/relationships/font" Target="fonts/Inter-italic.fntdata"/><Relationship Id="rId52" Type="http://schemas.openxmlformats.org/officeDocument/2006/relationships/font" Target="fonts/Inter-bold.fntdata"/><Relationship Id="rId11" Type="http://schemas.openxmlformats.org/officeDocument/2006/relationships/slide" Target="slides/slide5.xml"/><Relationship Id="rId55" Type="http://schemas.openxmlformats.org/officeDocument/2006/relationships/font" Target="fonts/RobotoMono-regular.fntdata"/><Relationship Id="rId10" Type="http://schemas.openxmlformats.org/officeDocument/2006/relationships/slide" Target="slides/slide4.xml"/><Relationship Id="rId54" Type="http://schemas.openxmlformats.org/officeDocument/2006/relationships/font" Target="fonts/Inter-boldItalic.fntdata"/><Relationship Id="rId13" Type="http://schemas.openxmlformats.org/officeDocument/2006/relationships/slide" Target="slides/slide7.xml"/><Relationship Id="rId57" Type="http://schemas.openxmlformats.org/officeDocument/2006/relationships/font" Target="fonts/RobotoMono-italic.fntdata"/><Relationship Id="rId12" Type="http://schemas.openxmlformats.org/officeDocument/2006/relationships/slide" Target="slides/slide6.xml"/><Relationship Id="rId56" Type="http://schemas.openxmlformats.org/officeDocument/2006/relationships/font" Target="fonts/RobotoMono-bold.fntdata"/><Relationship Id="rId15" Type="http://schemas.openxmlformats.org/officeDocument/2006/relationships/slide" Target="slides/slide9.xml"/><Relationship Id="rId59" Type="http://schemas.openxmlformats.org/officeDocument/2006/relationships/font" Target="fonts/InterMedium-regular.fntdata"/><Relationship Id="rId14" Type="http://schemas.openxmlformats.org/officeDocument/2006/relationships/slide" Target="slides/slide8.xml"/><Relationship Id="rId58" Type="http://schemas.openxmlformats.org/officeDocument/2006/relationships/font" Target="fonts/RobotoMon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e4ff54a57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e4ff54a57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e4ff54a57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e4ff54a57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e4ff54a57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e4ff54a57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e4ff54a573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e4ff54a573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e4ff54a573_0_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e4ff54a573_0_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e4ff54a57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e4ff54a57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e4ff54a573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e4ff54a573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e4ff54a573_0_8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e4ff54a573_0_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e4ff54a573_0_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e4ff54a573_0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e4ff54a573_0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e4ff54a573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e4ff54a573_0_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e4ff54a573_0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e4ff54a573_0_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e4ff54a573_0_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e4ff54a573_0_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e4ff54a573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e4ff54a573_0_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e4ff54a573_0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e4ff54a573_0_6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e4ff54a573_0_6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e4ff54a573_0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e4ff54a573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e4ff54a573_0_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e4ff54a573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e4ff54a573_0_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e4ff54a573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e4ff54a573_0_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e4ff54a573_0_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e4ff54a573_0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e4ff54a573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e4ff54a573_0_7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e4ff54a573_0_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e4ff54a573_0_7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e4ff54a573_0_7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e4ff54a573_0_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e4ff54a573_0_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e4ff54a573_0_8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e4ff54a573_0_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e4ff54a573_0_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e4ff54a573_0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e4ff54a573_0_7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e4ff54a573_0_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e4ff54a573_0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e4ff54a573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e4ff54a573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e4ff54a573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e4ff54a573_0_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e4ff54a573_0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e4ff54a573_0_7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e4ff54a573_0_7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e4ff54a573_0_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e4ff54a573_0_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e4ff54a573_0_8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e4ff54a573_0_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e4ff54a573_0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e4ff54a573_0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e4ff54a573_0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e4ff54a573_0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e4ff54a573_0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e4ff54a573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e4ff54a573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e4ff54a573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layout" type="title">
  <p:cSld name="TITLE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4"/>
          <p:cNvSpPr/>
          <p:nvPr>
            <p:ph idx="3" type="pic"/>
          </p:nvPr>
        </p:nvSpPr>
        <p:spPr>
          <a:xfrm>
            <a:off x="226525" y="2975750"/>
            <a:ext cx="4458900" cy="19413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14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" name="Google Shape;139;p14"/>
          <p:cNvSpPr txBox="1"/>
          <p:nvPr>
            <p:ph idx="4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with details">
  <p:cSld name="TITLE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15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4" name="Google Shape;144;p15"/>
          <p:cNvSpPr txBox="1"/>
          <p:nvPr>
            <p:ph idx="3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" name="Google Shape;145;p15"/>
          <p:cNvSpPr txBox="1"/>
          <p:nvPr>
            <p:ph idx="4"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266700" y="4099025"/>
            <a:ext cx="4458900" cy="84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1_2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" name="Google Shape;150;p16"/>
          <p:cNvSpPr txBox="1"/>
          <p:nvPr>
            <p:ph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1_1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17"/>
          <p:cNvSpPr txBox="1"/>
          <p:nvPr>
            <p:ph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" name="Google Shape;154;p17"/>
          <p:cNvSpPr txBox="1"/>
          <p:nvPr>
            <p:ph idx="1" type="body"/>
          </p:nvPr>
        </p:nvSpPr>
        <p:spPr>
          <a:xfrm>
            <a:off x="226525" y="2857625"/>
            <a:ext cx="4458900" cy="20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18"/>
          <p:cNvSpPr txBox="1"/>
          <p:nvPr>
            <p:ph idx="1" type="body"/>
          </p:nvPr>
        </p:nvSpPr>
        <p:spPr>
          <a:xfrm>
            <a:off x="6325910" y="2621103"/>
            <a:ext cx="26127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30200" lvl="1" marL="9144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30200" lvl="2" marL="13716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30200" lvl="3" marL="18288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30200" lvl="4" marL="22860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30200" lvl="5" marL="27432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30200" lvl="6" marL="32004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30200" lvl="7" marL="36576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30200" lvl="8" marL="41148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58" name="Google Shape;158;p18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" name="Google Shape;159;p18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18"/>
          <p:cNvSpPr txBox="1"/>
          <p:nvPr>
            <p:ph idx="3" type="body"/>
          </p:nvPr>
        </p:nvSpPr>
        <p:spPr>
          <a:xfrm>
            <a:off x="226525" y="2621103"/>
            <a:ext cx="3366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61" name="Google Shape;161;p18"/>
          <p:cNvSpPr txBox="1"/>
          <p:nvPr>
            <p:ph idx="4" type="title"/>
          </p:nvPr>
        </p:nvSpPr>
        <p:spPr>
          <a:xfrm>
            <a:off x="226525" y="571800"/>
            <a:ext cx="52614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tx">
  <p:cSld name="TITLE_AND_BODY"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19"/>
          <p:cNvSpPr txBox="1"/>
          <p:nvPr>
            <p:ph type="title"/>
          </p:nvPr>
        </p:nvSpPr>
        <p:spPr>
          <a:xfrm>
            <a:off x="226525" y="2581610"/>
            <a:ext cx="8691000" cy="237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  <a:defRPr sz="73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AND_BODY_2"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26525" y="248960"/>
            <a:ext cx="8691000" cy="23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TITLE_AND_BODY_1"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1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21"/>
          <p:cNvSpPr txBox="1"/>
          <p:nvPr>
            <p:ph idx="1" type="body"/>
          </p:nvPr>
        </p:nvSpPr>
        <p:spPr>
          <a:xfrm>
            <a:off x="246325" y="2591450"/>
            <a:ext cx="758700" cy="23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3" type="body"/>
          </p:nvPr>
        </p:nvSpPr>
        <p:spPr>
          <a:xfrm>
            <a:off x="1077200" y="2591450"/>
            <a:ext cx="7804500" cy="23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hree storyboards" type="twoColTx">
  <p:cSld name="TITLE_AND_TWO_COLUMNS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/>
          <p:nvPr>
            <p:ph idx="2" type="pic"/>
          </p:nvPr>
        </p:nvSpPr>
        <p:spPr>
          <a:xfrm>
            <a:off x="-5225" y="709575"/>
            <a:ext cx="3048600" cy="28053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22"/>
          <p:cNvSpPr txBox="1"/>
          <p:nvPr>
            <p:ph type="title"/>
          </p:nvPr>
        </p:nvSpPr>
        <p:spPr>
          <a:xfrm>
            <a:off x="1569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7" name="Google Shape;177;p22"/>
          <p:cNvSpPr txBox="1"/>
          <p:nvPr>
            <p:ph idx="1" type="body"/>
          </p:nvPr>
        </p:nvSpPr>
        <p:spPr>
          <a:xfrm>
            <a:off x="1569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9" name="Google Shape;179;p22"/>
          <p:cNvSpPr txBox="1"/>
          <p:nvPr>
            <p:ph idx="3" type="title"/>
          </p:nvPr>
        </p:nvSpPr>
        <p:spPr>
          <a:xfrm>
            <a:off x="32086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4" type="body"/>
          </p:nvPr>
        </p:nvSpPr>
        <p:spPr>
          <a:xfrm>
            <a:off x="32086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22"/>
          <p:cNvSpPr txBox="1"/>
          <p:nvPr>
            <p:ph idx="5" type="title"/>
          </p:nvPr>
        </p:nvSpPr>
        <p:spPr>
          <a:xfrm>
            <a:off x="62689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2" name="Google Shape;182;p22"/>
          <p:cNvSpPr txBox="1"/>
          <p:nvPr>
            <p:ph idx="6" type="body"/>
          </p:nvPr>
        </p:nvSpPr>
        <p:spPr>
          <a:xfrm>
            <a:off x="62689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3" name="Google Shape;183;p22"/>
          <p:cNvSpPr/>
          <p:nvPr>
            <p:ph idx="7" type="pic"/>
          </p:nvPr>
        </p:nvSpPr>
        <p:spPr>
          <a:xfrm>
            <a:off x="3053763" y="709575"/>
            <a:ext cx="3031800" cy="28053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22"/>
          <p:cNvSpPr/>
          <p:nvPr>
            <p:ph idx="8" type="pic"/>
          </p:nvPr>
        </p:nvSpPr>
        <p:spPr>
          <a:xfrm>
            <a:off x="6095475" y="709575"/>
            <a:ext cx="3048600" cy="28053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85" name="Google Shape;185;p22"/>
          <p:cNvCxnSpPr/>
          <p:nvPr/>
        </p:nvCxnSpPr>
        <p:spPr>
          <a:xfrm>
            <a:off x="304852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2"/>
          <p:cNvCxnSpPr/>
          <p:nvPr/>
        </p:nvCxnSpPr>
        <p:spPr>
          <a:xfrm>
            <a:off x="609057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2"/>
          <p:cNvCxnSpPr/>
          <p:nvPr/>
        </p:nvCxnSpPr>
        <p:spPr>
          <a:xfrm rot="10800000">
            <a:off x="0" y="3520200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2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22"/>
          <p:cNvSpPr txBox="1"/>
          <p:nvPr>
            <p:ph idx="9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AND_TWO_COLUMNS_1"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/>
          <p:nvPr>
            <p:ph idx="2" type="pic"/>
          </p:nvPr>
        </p:nvSpPr>
        <p:spPr>
          <a:xfrm>
            <a:off x="-5225" y="709575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23"/>
          <p:cNvSpPr/>
          <p:nvPr>
            <p:ph idx="3" type="pic"/>
          </p:nvPr>
        </p:nvSpPr>
        <p:spPr>
          <a:xfrm>
            <a:off x="3053763" y="709575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23"/>
          <p:cNvSpPr/>
          <p:nvPr>
            <p:ph idx="4" type="pic"/>
          </p:nvPr>
        </p:nvSpPr>
        <p:spPr>
          <a:xfrm>
            <a:off x="6095475" y="709575"/>
            <a:ext cx="3048600" cy="1468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94" name="Google Shape;194;p23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23"/>
          <p:cNvSpPr txBox="1"/>
          <p:nvPr>
            <p:ph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6" name="Google Shape;196;p23"/>
          <p:cNvSpPr/>
          <p:nvPr>
            <p:ph idx="5" type="pic"/>
          </p:nvPr>
        </p:nvSpPr>
        <p:spPr>
          <a:xfrm>
            <a:off x="-4975" y="2192221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3"/>
          <p:cNvSpPr/>
          <p:nvPr>
            <p:ph idx="6" type="pic"/>
          </p:nvPr>
        </p:nvSpPr>
        <p:spPr>
          <a:xfrm>
            <a:off x="3054013" y="2192221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23"/>
          <p:cNvSpPr/>
          <p:nvPr>
            <p:ph idx="7" type="pic"/>
          </p:nvPr>
        </p:nvSpPr>
        <p:spPr>
          <a:xfrm>
            <a:off x="6095725" y="2192221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199" name="Google Shape;199;p23"/>
          <p:cNvSpPr/>
          <p:nvPr>
            <p:ph idx="8" type="pic"/>
          </p:nvPr>
        </p:nvSpPr>
        <p:spPr>
          <a:xfrm>
            <a:off x="-4975" y="3674873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3"/>
          <p:cNvSpPr/>
          <p:nvPr>
            <p:ph idx="9" type="pic"/>
          </p:nvPr>
        </p:nvSpPr>
        <p:spPr>
          <a:xfrm>
            <a:off x="3054013" y="3674873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23"/>
          <p:cNvSpPr/>
          <p:nvPr>
            <p:ph idx="13" type="pic"/>
          </p:nvPr>
        </p:nvSpPr>
        <p:spPr>
          <a:xfrm>
            <a:off x="6095725" y="3674873"/>
            <a:ext cx="3048600" cy="14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 type="titleOnly">
  <p:cSld name="TITLE_ONLY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4"/>
          <p:cNvSpPr txBox="1"/>
          <p:nvPr>
            <p:ph idx="1" type="body"/>
          </p:nvPr>
        </p:nvSpPr>
        <p:spPr>
          <a:xfrm>
            <a:off x="226525" y="2995441"/>
            <a:ext cx="8673000" cy="19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TITLE_ONLY_1"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7" name="Google Shape;207;p25"/>
          <p:cNvSpPr txBox="1"/>
          <p:nvPr>
            <p:ph idx="1" type="body"/>
          </p:nvPr>
        </p:nvSpPr>
        <p:spPr>
          <a:xfrm>
            <a:off x="226525" y="2995441"/>
            <a:ext cx="8673000" cy="19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ONE_COLUMN_TEXT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/>
          <p:nvPr>
            <p:ph idx="2" type="pic"/>
          </p:nvPr>
        </p:nvSpPr>
        <p:spPr>
          <a:xfrm>
            <a:off x="4576350" y="0"/>
            <a:ext cx="4567500" cy="5153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26"/>
          <p:cNvSpPr txBox="1"/>
          <p:nvPr>
            <p:ph idx="1" type="body"/>
          </p:nvPr>
        </p:nvSpPr>
        <p:spPr>
          <a:xfrm>
            <a:off x="226525" y="20804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6"/>
          <p:cNvSpPr txBox="1"/>
          <p:nvPr>
            <p:ph type="title"/>
          </p:nvPr>
        </p:nvSpPr>
        <p:spPr>
          <a:xfrm>
            <a:off x="226525" y="127109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 2">
  <p:cSld name="MAIN_POIN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" name="Google Shape;215;p27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6" name="Google Shape;216;p27"/>
          <p:cNvSpPr/>
          <p:nvPr>
            <p:ph idx="2" type="pic"/>
          </p:nvPr>
        </p:nvSpPr>
        <p:spPr>
          <a:xfrm>
            <a:off x="2315425" y="226625"/>
            <a:ext cx="37338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27"/>
          <p:cNvSpPr/>
          <p:nvPr>
            <p:ph idx="3" type="pic"/>
          </p:nvPr>
        </p:nvSpPr>
        <p:spPr>
          <a:xfrm>
            <a:off x="6255975" y="1391900"/>
            <a:ext cx="2661600" cy="235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7"/>
          <p:cNvSpPr txBox="1"/>
          <p:nvPr>
            <p:ph idx="4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chart">
  <p:cSld name="SECTION_TITLE_AND_DESCRIPTION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Google Shape;22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2" name="Google Shape;222;p28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3" name="Google Shape;223;p28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4" name="Google Shape;224;p28"/>
          <p:cNvSpPr txBox="1"/>
          <p:nvPr>
            <p:ph idx="3" type="title"/>
          </p:nvPr>
        </p:nvSpPr>
        <p:spPr>
          <a:xfrm>
            <a:off x="226525" y="127109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5" name="Google Shape;225;p28"/>
          <p:cNvSpPr txBox="1"/>
          <p:nvPr>
            <p:ph idx="1" type="body"/>
          </p:nvPr>
        </p:nvSpPr>
        <p:spPr>
          <a:xfrm>
            <a:off x="226525" y="20804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SECTION_TITLE_AND_DESCRIPTION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8" name="Google Shape;22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9"/>
          <p:cNvSpPr txBox="1"/>
          <p:nvPr>
            <p:ph type="title"/>
          </p:nvPr>
        </p:nvSpPr>
        <p:spPr>
          <a:xfrm>
            <a:off x="226525" y="69764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0" name="Google Shape;230;p29"/>
          <p:cNvSpPr txBox="1"/>
          <p:nvPr>
            <p:ph idx="1" type="body"/>
          </p:nvPr>
        </p:nvSpPr>
        <p:spPr>
          <a:xfrm>
            <a:off x="226525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1" name="Google Shape;231;p29"/>
          <p:cNvSpPr txBox="1"/>
          <p:nvPr>
            <p:ph idx="2" type="subTitle"/>
          </p:nvPr>
        </p:nvSpPr>
        <p:spPr>
          <a:xfrm>
            <a:off x="226525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SECTION_TITLE_AND_DESCRIPTION_1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4" name="Google Shape;23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30"/>
          <p:cNvSpPr txBox="1"/>
          <p:nvPr>
            <p:ph type="title"/>
          </p:nvPr>
        </p:nvSpPr>
        <p:spPr>
          <a:xfrm>
            <a:off x="226525" y="69764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6" name="Google Shape;236;p30"/>
          <p:cNvSpPr txBox="1"/>
          <p:nvPr>
            <p:ph idx="1" type="body"/>
          </p:nvPr>
        </p:nvSpPr>
        <p:spPr>
          <a:xfrm>
            <a:off x="226525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7" name="Google Shape;237;p30"/>
          <p:cNvSpPr txBox="1"/>
          <p:nvPr>
            <p:ph idx="2" type="subTitle"/>
          </p:nvPr>
        </p:nvSpPr>
        <p:spPr>
          <a:xfrm>
            <a:off x="226525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0"/>
          <p:cNvSpPr txBox="1"/>
          <p:nvPr>
            <p:ph idx="3" type="body"/>
          </p:nvPr>
        </p:nvSpPr>
        <p:spPr>
          <a:xfrm>
            <a:off x="4798500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9" name="Google Shape;239;p30"/>
          <p:cNvSpPr txBox="1"/>
          <p:nvPr>
            <p:ph idx="4" type="subTitle"/>
          </p:nvPr>
        </p:nvSpPr>
        <p:spPr>
          <a:xfrm>
            <a:off x="4798500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hree storyboards 2">
  <p:cSld name="CAPTION_ONLY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/>
          <p:nvPr/>
        </p:nvSpPr>
        <p:spPr>
          <a:xfrm>
            <a:off x="0" y="4063950"/>
            <a:ext cx="30600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Google Shape;242;p31"/>
          <p:cNvSpPr/>
          <p:nvPr>
            <p:ph idx="2" type="pic"/>
          </p:nvPr>
        </p:nvSpPr>
        <p:spPr>
          <a:xfrm>
            <a:off x="0" y="709975"/>
            <a:ext cx="3043800" cy="3346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43" name="Google Shape;243;p31"/>
          <p:cNvCxnSpPr/>
          <p:nvPr/>
        </p:nvCxnSpPr>
        <p:spPr>
          <a:xfrm>
            <a:off x="304852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31"/>
          <p:cNvCxnSpPr/>
          <p:nvPr/>
        </p:nvCxnSpPr>
        <p:spPr>
          <a:xfrm>
            <a:off x="609057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31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" name="Google Shape;246;p31"/>
          <p:cNvSpPr txBox="1"/>
          <p:nvPr>
            <p:ph type="title"/>
          </p:nvPr>
        </p:nvSpPr>
        <p:spPr>
          <a:xfrm>
            <a:off x="161850" y="415644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47" name="Google Shape;247;p31"/>
          <p:cNvSpPr txBox="1"/>
          <p:nvPr>
            <p:ph idx="1" type="body"/>
          </p:nvPr>
        </p:nvSpPr>
        <p:spPr>
          <a:xfrm>
            <a:off x="161850" y="4626190"/>
            <a:ext cx="272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8" name="Google Shape;248;p31"/>
          <p:cNvSpPr/>
          <p:nvPr/>
        </p:nvSpPr>
        <p:spPr>
          <a:xfrm>
            <a:off x="6095725" y="4063950"/>
            <a:ext cx="30600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9" name="Google Shape;249;p31"/>
          <p:cNvSpPr/>
          <p:nvPr>
            <p:ph idx="3" type="pic"/>
          </p:nvPr>
        </p:nvSpPr>
        <p:spPr>
          <a:xfrm>
            <a:off x="6095725" y="709975"/>
            <a:ext cx="3043800" cy="3346500"/>
          </a:xfrm>
          <a:prstGeom prst="rect">
            <a:avLst/>
          </a:prstGeom>
          <a:noFill/>
          <a:ln>
            <a:noFill/>
          </a:ln>
        </p:spPr>
      </p:sp>
      <p:sp>
        <p:nvSpPr>
          <p:cNvPr id="250" name="Google Shape;250;p31"/>
          <p:cNvSpPr txBox="1"/>
          <p:nvPr>
            <p:ph idx="4" type="title"/>
          </p:nvPr>
        </p:nvSpPr>
        <p:spPr>
          <a:xfrm>
            <a:off x="6257575" y="415644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1" name="Google Shape;251;p31"/>
          <p:cNvSpPr txBox="1"/>
          <p:nvPr>
            <p:ph idx="5" type="body"/>
          </p:nvPr>
        </p:nvSpPr>
        <p:spPr>
          <a:xfrm>
            <a:off x="6257575" y="4626190"/>
            <a:ext cx="272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52" name="Google Shape;252;p31"/>
          <p:cNvSpPr/>
          <p:nvPr>
            <p:ph idx="6" type="pic"/>
          </p:nvPr>
        </p:nvSpPr>
        <p:spPr>
          <a:xfrm>
            <a:off x="3053900" y="1794150"/>
            <a:ext cx="3030600" cy="33492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31"/>
          <p:cNvSpPr/>
          <p:nvPr/>
        </p:nvSpPr>
        <p:spPr>
          <a:xfrm>
            <a:off x="3054250" y="709380"/>
            <a:ext cx="30306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4" name="Google Shape;254;p31"/>
          <p:cNvSpPr txBox="1"/>
          <p:nvPr>
            <p:ph idx="7" type="title"/>
          </p:nvPr>
        </p:nvSpPr>
        <p:spPr>
          <a:xfrm>
            <a:off x="3214545" y="801878"/>
            <a:ext cx="27006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5" name="Google Shape;255;p31"/>
          <p:cNvSpPr txBox="1"/>
          <p:nvPr>
            <p:ph idx="8" type="body"/>
          </p:nvPr>
        </p:nvSpPr>
        <p:spPr>
          <a:xfrm>
            <a:off x="3214545" y="1271620"/>
            <a:ext cx="2700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56" name="Google Shape;256;p31"/>
          <p:cNvCxnSpPr/>
          <p:nvPr/>
        </p:nvCxnSpPr>
        <p:spPr>
          <a:xfrm rot="10800000">
            <a:off x="3049250" y="1791825"/>
            <a:ext cx="30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31"/>
          <p:cNvCxnSpPr/>
          <p:nvPr/>
        </p:nvCxnSpPr>
        <p:spPr>
          <a:xfrm rot="10800000">
            <a:off x="0" y="40619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31"/>
          <p:cNvSpPr txBox="1"/>
          <p:nvPr>
            <p:ph idx="9" type="title"/>
          </p:nvPr>
        </p:nvSpPr>
        <p:spPr>
          <a:xfrm>
            <a:off x="2497875" y="145800"/>
            <a:ext cx="4791600" cy="4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details">
  <p:cSld name="BIG_NUMBER">
    <p:bg>
      <p:bgPr>
        <a:solidFill>
          <a:schemeClr val="lt1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1" name="Google Shape;26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3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3" name="Google Shape;263;p32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4" name="Google Shape;264;p32"/>
          <p:cNvSpPr txBox="1"/>
          <p:nvPr>
            <p:ph idx="3" type="title"/>
          </p:nvPr>
        </p:nvSpPr>
        <p:spPr>
          <a:xfrm>
            <a:off x="4801800" y="16440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32"/>
          <p:cNvSpPr txBox="1"/>
          <p:nvPr>
            <p:ph idx="1" type="body"/>
          </p:nvPr>
        </p:nvSpPr>
        <p:spPr>
          <a:xfrm>
            <a:off x="4805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32"/>
          <p:cNvSpPr txBox="1"/>
          <p:nvPr>
            <p:ph idx="4" type="title"/>
          </p:nvPr>
        </p:nvSpPr>
        <p:spPr>
          <a:xfrm>
            <a:off x="4801800" y="3379700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32"/>
          <p:cNvSpPr txBox="1"/>
          <p:nvPr>
            <p:ph idx="5" type="title"/>
          </p:nvPr>
        </p:nvSpPr>
        <p:spPr>
          <a:xfrm>
            <a:off x="229800" y="16440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8" name="Google Shape;268;p32"/>
          <p:cNvSpPr txBox="1"/>
          <p:nvPr>
            <p:ph idx="6" type="body"/>
          </p:nvPr>
        </p:nvSpPr>
        <p:spPr>
          <a:xfrm>
            <a:off x="233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69" name="Google Shape;269;p32"/>
          <p:cNvSpPr txBox="1"/>
          <p:nvPr>
            <p:ph idx="7" type="title"/>
          </p:nvPr>
        </p:nvSpPr>
        <p:spPr>
          <a:xfrm>
            <a:off x="229800" y="3379700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BIG_NUMBER_1">
    <p:bg>
      <p:bgPr>
        <a:solidFill>
          <a:schemeClr val="lt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Google Shape;27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3" name="Google Shape;273;p33"/>
          <p:cNvSpPr txBox="1"/>
          <p:nvPr>
            <p:ph idx="1" type="body"/>
          </p:nvPr>
        </p:nvSpPr>
        <p:spPr>
          <a:xfrm>
            <a:off x="4805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4" name="Google Shape;274;p33"/>
          <p:cNvSpPr txBox="1"/>
          <p:nvPr>
            <p:ph type="title"/>
          </p:nvPr>
        </p:nvSpPr>
        <p:spPr>
          <a:xfrm>
            <a:off x="229800" y="8956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5" name="Google Shape;275;p33"/>
          <p:cNvSpPr txBox="1"/>
          <p:nvPr>
            <p:ph idx="2" type="body"/>
          </p:nvPr>
        </p:nvSpPr>
        <p:spPr>
          <a:xfrm>
            <a:off x="233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"/>
          <p:cNvSpPr txBox="1"/>
          <p:nvPr>
            <p:ph type="title"/>
          </p:nvPr>
        </p:nvSpPr>
        <p:spPr>
          <a:xfrm>
            <a:off x="285750" y="1555350"/>
            <a:ext cx="7291500" cy="3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8" name="Google Shape;278;p34"/>
          <p:cNvSpPr txBox="1"/>
          <p:nvPr>
            <p:ph idx="1" type="body"/>
          </p:nvPr>
        </p:nvSpPr>
        <p:spPr>
          <a:xfrm>
            <a:off x="7256675" y="1827175"/>
            <a:ext cx="17676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bg>
      <p:bgPr>
        <a:solidFill>
          <a:schemeClr val="dk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5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1" name="Google Shape;281;p35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2" name="Google Shape;282;p35"/>
          <p:cNvSpPr txBox="1"/>
          <p:nvPr>
            <p:ph idx="1" type="body"/>
          </p:nvPr>
        </p:nvSpPr>
        <p:spPr>
          <a:xfrm>
            <a:off x="226525" y="1850026"/>
            <a:ext cx="8673000" cy="19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83" name="Google Shape;283;p35"/>
          <p:cNvSpPr txBox="1"/>
          <p:nvPr/>
        </p:nvSpPr>
        <p:spPr>
          <a:xfrm>
            <a:off x="48250" y="482279"/>
            <a:ext cx="16473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“</a:t>
            </a:r>
            <a:endParaRPr b="1" sz="20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">
  <p:cSld name="CUSTOM_1_1">
    <p:bg>
      <p:bgPr>
        <a:solidFill>
          <a:schemeClr val="dk1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/>
          <p:nvPr>
            <p:ph idx="2" type="pic"/>
          </p:nvPr>
        </p:nvSpPr>
        <p:spPr>
          <a:xfrm>
            <a:off x="338100" y="480450"/>
            <a:ext cx="3785400" cy="4438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36"/>
          <p:cNvSpPr txBox="1"/>
          <p:nvPr>
            <p:ph idx="1" type="body"/>
          </p:nvPr>
        </p:nvSpPr>
        <p:spPr>
          <a:xfrm>
            <a:off x="4355225" y="3379725"/>
            <a:ext cx="4512900" cy="155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1pPr>
            <a:lvl2pPr indent="-3556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2pPr>
            <a:lvl3pPr indent="-3556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3pPr>
            <a:lvl4pPr indent="-3556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4pPr>
            <a:lvl5pPr indent="-3556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5pPr>
            <a:lvl6pPr indent="-3556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6pPr>
            <a:lvl7pPr indent="-3556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7pPr>
            <a:lvl8pPr indent="-3556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8pPr>
            <a:lvl9pPr indent="-3556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and image">
  <p:cSld name="CUSTOM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7"/>
          <p:cNvSpPr/>
          <p:nvPr>
            <p:ph idx="2" type="pic"/>
          </p:nvPr>
        </p:nvSpPr>
        <p:spPr>
          <a:xfrm>
            <a:off x="226500" y="2357750"/>
            <a:ext cx="8691000" cy="255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37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0" name="Google Shape;290;p37"/>
          <p:cNvSpPr txBox="1"/>
          <p:nvPr>
            <p:ph idx="3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1" name="Google Shape;291;p37"/>
          <p:cNvSpPr txBox="1"/>
          <p:nvPr>
            <p:ph idx="1" type="subTitle"/>
          </p:nvPr>
        </p:nvSpPr>
        <p:spPr>
          <a:xfrm>
            <a:off x="226525" y="700225"/>
            <a:ext cx="21579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b="1" sz="1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37"/>
          <p:cNvSpPr txBox="1"/>
          <p:nvPr>
            <p:ph idx="4" type="body"/>
          </p:nvPr>
        </p:nvSpPr>
        <p:spPr>
          <a:xfrm>
            <a:off x="2492925" y="700283"/>
            <a:ext cx="64245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556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556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556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556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556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556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556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556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2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5" name="Google Shape;295;p38"/>
          <p:cNvSpPr txBox="1"/>
          <p:nvPr>
            <p:ph idx="1" type="subTitle"/>
          </p:nvPr>
        </p:nvSpPr>
        <p:spPr>
          <a:xfrm>
            <a:off x="226525" y="3814125"/>
            <a:ext cx="2999100" cy="11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2_1_2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9"/>
          <p:cNvSpPr txBox="1"/>
          <p:nvPr>
            <p:ph idx="1" type="subTitle"/>
          </p:nvPr>
        </p:nvSpPr>
        <p:spPr>
          <a:xfrm>
            <a:off x="226533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8" name="Google Shape;298;p39"/>
          <p:cNvSpPr txBox="1"/>
          <p:nvPr>
            <p:ph idx="2" type="subTitle"/>
          </p:nvPr>
        </p:nvSpPr>
        <p:spPr>
          <a:xfrm>
            <a:off x="3091450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9" name="Google Shape;299;p39"/>
          <p:cNvSpPr txBox="1"/>
          <p:nvPr>
            <p:ph idx="3" type="subTitle"/>
          </p:nvPr>
        </p:nvSpPr>
        <p:spPr>
          <a:xfrm>
            <a:off x="5956367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0" name="Google Shape;300;p39"/>
          <p:cNvSpPr txBox="1"/>
          <p:nvPr>
            <p:ph idx="4" type="subTitle"/>
          </p:nvPr>
        </p:nvSpPr>
        <p:spPr>
          <a:xfrm>
            <a:off x="226533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1" name="Google Shape;301;p39"/>
          <p:cNvSpPr txBox="1"/>
          <p:nvPr>
            <p:ph idx="5" type="subTitle"/>
          </p:nvPr>
        </p:nvSpPr>
        <p:spPr>
          <a:xfrm>
            <a:off x="3091450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2" name="Google Shape;302;p39"/>
          <p:cNvSpPr txBox="1"/>
          <p:nvPr>
            <p:ph idx="6" type="subTitle"/>
          </p:nvPr>
        </p:nvSpPr>
        <p:spPr>
          <a:xfrm>
            <a:off x="5956367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2_1_1">
    <p:bg>
      <p:bgPr>
        <a:solidFill>
          <a:schemeClr val="dk1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  <a:defRPr sz="7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40"/>
          <p:cNvSpPr txBox="1"/>
          <p:nvPr>
            <p:ph idx="1" type="subTitle"/>
          </p:nvPr>
        </p:nvSpPr>
        <p:spPr>
          <a:xfrm>
            <a:off x="226525" y="3814125"/>
            <a:ext cx="2999100" cy="11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two images">
  <p:cSld name="CUSTOM_3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1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9" name="Google Shape;309;p41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0" name="Google Shape;310;p41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1" name="Google Shape;311;p41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12" name="Google Shape;312;p41"/>
          <p:cNvSpPr/>
          <p:nvPr>
            <p:ph idx="4" type="pic"/>
          </p:nvPr>
        </p:nvSpPr>
        <p:spPr>
          <a:xfrm>
            <a:off x="3368775" y="226625"/>
            <a:ext cx="37338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41"/>
          <p:cNvSpPr/>
          <p:nvPr>
            <p:ph idx="5" type="pic"/>
          </p:nvPr>
        </p:nvSpPr>
        <p:spPr>
          <a:xfrm>
            <a:off x="7320200" y="1391900"/>
            <a:ext cx="1597200" cy="197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wo storyboards">
  <p:cSld name="CUSTOM_3_2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/>
          <p:cNvSpPr/>
          <p:nvPr>
            <p:ph idx="2" type="pic"/>
          </p:nvPr>
        </p:nvSpPr>
        <p:spPr>
          <a:xfrm>
            <a:off x="-5225" y="713825"/>
            <a:ext cx="4571700" cy="27957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2"/>
          <p:cNvSpPr txBox="1"/>
          <p:nvPr>
            <p:ph type="title"/>
          </p:nvPr>
        </p:nvSpPr>
        <p:spPr>
          <a:xfrm>
            <a:off x="180475" y="3632700"/>
            <a:ext cx="42003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17" name="Google Shape;317;p42"/>
          <p:cNvSpPr txBox="1"/>
          <p:nvPr>
            <p:ph idx="1" type="body"/>
          </p:nvPr>
        </p:nvSpPr>
        <p:spPr>
          <a:xfrm>
            <a:off x="180475" y="4133502"/>
            <a:ext cx="42003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18" name="Google Shape;318;p42"/>
          <p:cNvSpPr txBox="1"/>
          <p:nvPr>
            <p:ph idx="3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19" name="Google Shape;319;p42"/>
          <p:cNvCxnSpPr/>
          <p:nvPr/>
        </p:nvCxnSpPr>
        <p:spPr>
          <a:xfrm>
            <a:off x="4572000" y="709150"/>
            <a:ext cx="0" cy="444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42"/>
          <p:cNvCxnSpPr/>
          <p:nvPr/>
        </p:nvCxnSpPr>
        <p:spPr>
          <a:xfrm rot="10800000">
            <a:off x="0" y="35148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42"/>
          <p:cNvCxnSpPr/>
          <p:nvPr/>
        </p:nvCxnSpPr>
        <p:spPr>
          <a:xfrm rot="10800000">
            <a:off x="0" y="7095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2" name="Google Shape;322;p42"/>
          <p:cNvSpPr/>
          <p:nvPr>
            <p:ph idx="4" type="pic"/>
          </p:nvPr>
        </p:nvSpPr>
        <p:spPr>
          <a:xfrm>
            <a:off x="4577525" y="713825"/>
            <a:ext cx="4571700" cy="27957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42"/>
          <p:cNvSpPr txBox="1"/>
          <p:nvPr>
            <p:ph idx="5" type="title"/>
          </p:nvPr>
        </p:nvSpPr>
        <p:spPr>
          <a:xfrm>
            <a:off x="4763225" y="3632700"/>
            <a:ext cx="42003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24" name="Google Shape;324;p42"/>
          <p:cNvSpPr txBox="1"/>
          <p:nvPr>
            <p:ph idx="6" type="body"/>
          </p:nvPr>
        </p:nvSpPr>
        <p:spPr>
          <a:xfrm>
            <a:off x="4763225" y="4133502"/>
            <a:ext cx="42003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escription with phone">
  <p:cSld name="CUSTOM_3_1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7" name="Google Shape;327;p43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8" name="Google Shape;328;p43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9" name="Google Shape;329;p43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descr="Blank mock of a smartphone." id="330" name="Google Shape;330;p43"/>
          <p:cNvPicPr preferRelativeResize="0"/>
          <p:nvPr/>
        </p:nvPicPr>
        <p:blipFill rotWithShape="1">
          <a:blip r:embed="rId2">
            <a:alphaModFix/>
          </a:blip>
          <a:srcRect b="38737" l="0" r="0" t="0"/>
          <a:stretch/>
        </p:blipFill>
        <p:spPr>
          <a:xfrm>
            <a:off x="3882050" y="261250"/>
            <a:ext cx="4814074" cy="4882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3"/>
          <p:cNvSpPr/>
          <p:nvPr>
            <p:ph idx="4" type="pic"/>
          </p:nvPr>
        </p:nvSpPr>
        <p:spPr>
          <a:xfrm>
            <a:off x="4197575" y="512375"/>
            <a:ext cx="2847600" cy="4631100"/>
          </a:xfrm>
          <a:prstGeom prst="round2SameRect">
            <a:avLst>
              <a:gd fmla="val 12455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CUSTOM_4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4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4" name="Google Shape;334;p44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5" name="Google Shape;335;p44"/>
          <p:cNvSpPr txBox="1"/>
          <p:nvPr>
            <p:ph idx="1" type="body"/>
          </p:nvPr>
        </p:nvSpPr>
        <p:spPr>
          <a:xfrm>
            <a:off x="226525" y="1793250"/>
            <a:ext cx="8599500" cy="15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36" name="Google Shape;336;p44"/>
          <p:cNvSpPr txBox="1"/>
          <p:nvPr>
            <p:ph idx="3" type="body"/>
          </p:nvPr>
        </p:nvSpPr>
        <p:spPr>
          <a:xfrm>
            <a:off x="226525" y="4719800"/>
            <a:ext cx="31434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3590149" y="4719800"/>
            <a:ext cx="25356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8" name="Google Shape;338;p44"/>
          <p:cNvSpPr txBox="1"/>
          <p:nvPr>
            <p:ph idx="5" type="body"/>
          </p:nvPr>
        </p:nvSpPr>
        <p:spPr>
          <a:xfrm>
            <a:off x="6345974" y="4719800"/>
            <a:ext cx="25356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4_1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5"/>
          <p:cNvSpPr txBox="1"/>
          <p:nvPr>
            <p:ph idx="1" type="body"/>
          </p:nvPr>
        </p:nvSpPr>
        <p:spPr>
          <a:xfrm>
            <a:off x="226525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1" name="Google Shape;341;p45"/>
          <p:cNvSpPr txBox="1"/>
          <p:nvPr>
            <p:ph idx="2" type="subTitle"/>
          </p:nvPr>
        </p:nvSpPr>
        <p:spPr>
          <a:xfrm>
            <a:off x="226525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45"/>
          <p:cNvSpPr txBox="1"/>
          <p:nvPr>
            <p:ph idx="3" type="body"/>
          </p:nvPr>
        </p:nvSpPr>
        <p:spPr>
          <a:xfrm>
            <a:off x="3235500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3" name="Google Shape;343;p45"/>
          <p:cNvSpPr txBox="1"/>
          <p:nvPr>
            <p:ph idx="4" type="subTitle"/>
          </p:nvPr>
        </p:nvSpPr>
        <p:spPr>
          <a:xfrm>
            <a:off x="3235500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45"/>
          <p:cNvSpPr txBox="1"/>
          <p:nvPr>
            <p:ph idx="5" type="body"/>
          </p:nvPr>
        </p:nvSpPr>
        <p:spPr>
          <a:xfrm>
            <a:off x="6153025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5" name="Google Shape;345;p45"/>
          <p:cNvSpPr txBox="1"/>
          <p:nvPr>
            <p:ph idx="6" type="subTitle"/>
          </p:nvPr>
        </p:nvSpPr>
        <p:spPr>
          <a:xfrm>
            <a:off x="6153025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45"/>
          <p:cNvSpPr txBox="1"/>
          <p:nvPr>
            <p:ph type="title"/>
          </p:nvPr>
        </p:nvSpPr>
        <p:spPr>
          <a:xfrm>
            <a:off x="226525" y="1793250"/>
            <a:ext cx="85995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4_1_1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6"/>
          <p:cNvSpPr txBox="1"/>
          <p:nvPr>
            <p:ph idx="1" type="body"/>
          </p:nvPr>
        </p:nvSpPr>
        <p:spPr>
          <a:xfrm>
            <a:off x="226525" y="43348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9" name="Google Shape;349;p46"/>
          <p:cNvSpPr txBox="1"/>
          <p:nvPr>
            <p:ph idx="2" type="subTitle"/>
          </p:nvPr>
        </p:nvSpPr>
        <p:spPr>
          <a:xfrm>
            <a:off x="226525" y="37128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46"/>
          <p:cNvSpPr txBox="1"/>
          <p:nvPr>
            <p:ph idx="3" type="body"/>
          </p:nvPr>
        </p:nvSpPr>
        <p:spPr>
          <a:xfrm>
            <a:off x="4841843" y="43348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1" name="Google Shape;351;p46"/>
          <p:cNvSpPr txBox="1"/>
          <p:nvPr>
            <p:ph idx="4" type="subTitle"/>
          </p:nvPr>
        </p:nvSpPr>
        <p:spPr>
          <a:xfrm>
            <a:off x="4841843" y="37128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46"/>
          <p:cNvSpPr txBox="1"/>
          <p:nvPr>
            <p:ph idx="5" type="body"/>
          </p:nvPr>
        </p:nvSpPr>
        <p:spPr>
          <a:xfrm>
            <a:off x="226525" y="27231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3" name="Google Shape;353;p46"/>
          <p:cNvSpPr txBox="1"/>
          <p:nvPr>
            <p:ph idx="6" type="subTitle"/>
          </p:nvPr>
        </p:nvSpPr>
        <p:spPr>
          <a:xfrm>
            <a:off x="226525" y="21011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 txBox="1"/>
          <p:nvPr>
            <p:ph idx="7" type="body"/>
          </p:nvPr>
        </p:nvSpPr>
        <p:spPr>
          <a:xfrm>
            <a:off x="4841843" y="27231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5" name="Google Shape;355;p46"/>
          <p:cNvSpPr txBox="1"/>
          <p:nvPr>
            <p:ph idx="8" type="subTitle"/>
          </p:nvPr>
        </p:nvSpPr>
        <p:spPr>
          <a:xfrm>
            <a:off x="4841843" y="21011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46"/>
          <p:cNvSpPr txBox="1"/>
          <p:nvPr>
            <p:ph type="title"/>
          </p:nvPr>
        </p:nvSpPr>
        <p:spPr>
          <a:xfrm>
            <a:off x="226525" y="433125"/>
            <a:ext cx="85995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BLANK_1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0" name="Google Shape;360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3" name="Google Shape;363;p4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4" name="Google Shape;364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7" name="Google Shape;367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2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5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1" name="Google Shape;371;p5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2" name="Google Shape;372;p5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3" name="Google Shape;373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_2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6" name="Google Shape;376;p5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7" name="Google Shape;377;p5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5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9" name="Google Shape;379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1" name="Google Shape;381;p5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2" name="Google Shape;382;p5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_1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5" name="Google Shape;385;p5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5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5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8" name="Google Shape;388;p5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5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0" name="Google Shape;390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1" name="Google Shape;391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2" name="Google Shape;392;p5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3" name="Google Shape;393;p5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4" name="Google Shape;394;p5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1" Type="http://schemas.openxmlformats.org/officeDocument/2006/relationships/theme" Target="../theme/theme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132" name="Google Shape;13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4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 28.05.2026</a:t>
            </a:r>
            <a:endParaRPr/>
          </a:p>
        </p:txBody>
      </p:sp>
      <p:sp>
        <p:nvSpPr>
          <p:cNvPr id="400" name="Google Shape;400;p54"/>
          <p:cNvSpPr txBox="1"/>
          <p:nvPr>
            <p:ph idx="4" type="title"/>
          </p:nvPr>
        </p:nvSpPr>
        <p:spPr>
          <a:xfrm>
            <a:off x="1517325" y="164375"/>
            <a:ext cx="31680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SKILLAB INNOVATION CHALLENGE 2026</a:t>
            </a:r>
            <a:endParaRPr sz="1100"/>
          </a:p>
        </p:txBody>
      </p:sp>
      <p:sp>
        <p:nvSpPr>
          <p:cNvPr id="401" name="Google Shape;401;p54"/>
          <p:cNvSpPr txBox="1"/>
          <p:nvPr>
            <p:ph idx="4294967295" type="title"/>
          </p:nvPr>
        </p:nvSpPr>
        <p:spPr>
          <a:xfrm>
            <a:off x="226525" y="787375"/>
            <a:ext cx="4673100" cy="41637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0">
                <a:solidFill>
                  <a:srgbClr val="FAF9F6"/>
                </a:solidFill>
              </a:rPr>
              <a:t>an</a:t>
            </a:r>
            <a:r>
              <a:rPr lang="en" sz="8500"/>
              <a:t>GeLU</a:t>
            </a:r>
            <a:endParaRPr b="0" sz="1600"/>
          </a:p>
        </p:txBody>
      </p:sp>
      <p:pic>
        <p:nvPicPr>
          <p:cNvPr id="402" name="Google Shape;40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5850" y="482975"/>
            <a:ext cx="3939575" cy="4468101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4"/>
          <p:cNvSpPr txBox="1"/>
          <p:nvPr>
            <p:ph idx="4" type="title"/>
          </p:nvPr>
        </p:nvSpPr>
        <p:spPr>
          <a:xfrm>
            <a:off x="1873825" y="645800"/>
            <a:ext cx="31680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/>
              <a:t>AN</a:t>
            </a:r>
            <a:endParaRPr b="1"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5"/>
          <p:cNvSpPr txBox="1"/>
          <p:nvPr>
            <p:ph idx="3" type="body"/>
          </p:nvPr>
        </p:nvSpPr>
        <p:spPr>
          <a:xfrm>
            <a:off x="138550" y="2621100"/>
            <a:ext cx="4248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409" name="Google Shape;409;p55"/>
          <p:cNvSpPr txBox="1"/>
          <p:nvPr>
            <p:ph idx="1" type="body"/>
          </p:nvPr>
        </p:nvSpPr>
        <p:spPr>
          <a:xfrm>
            <a:off x="6325910" y="2621103"/>
            <a:ext cx="26127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We Are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HealthCare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Education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Green Energy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Tourism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Analysis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Candidate Analysis</a:t>
            </a:r>
            <a:endParaRPr/>
          </a:p>
        </p:txBody>
      </p:sp>
      <p:cxnSp>
        <p:nvCxnSpPr>
          <p:cNvPr id="410" name="Google Shape;410;p55"/>
          <p:cNvCxnSpPr/>
          <p:nvPr/>
        </p:nvCxnSpPr>
        <p:spPr>
          <a:xfrm>
            <a:off x="563100" y="2757075"/>
            <a:ext cx="6961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55"/>
          <p:cNvCxnSpPr/>
          <p:nvPr/>
        </p:nvCxnSpPr>
        <p:spPr>
          <a:xfrm>
            <a:off x="563100" y="3000800"/>
            <a:ext cx="7036800" cy="2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55"/>
          <p:cNvCxnSpPr/>
          <p:nvPr/>
        </p:nvCxnSpPr>
        <p:spPr>
          <a:xfrm flipH="1" rot="10800000">
            <a:off x="563100" y="3233150"/>
            <a:ext cx="7157700" cy="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55"/>
          <p:cNvCxnSpPr/>
          <p:nvPr/>
        </p:nvCxnSpPr>
        <p:spPr>
          <a:xfrm>
            <a:off x="563100" y="3719100"/>
            <a:ext cx="7143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55"/>
          <p:cNvCxnSpPr/>
          <p:nvPr/>
        </p:nvCxnSpPr>
        <p:spPr>
          <a:xfrm flipH="1" rot="10800000">
            <a:off x="563100" y="4224900"/>
            <a:ext cx="7483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55"/>
          <p:cNvCxnSpPr/>
          <p:nvPr/>
        </p:nvCxnSpPr>
        <p:spPr>
          <a:xfrm flipH="1" rot="10800000">
            <a:off x="563100" y="4454700"/>
            <a:ext cx="6512400" cy="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55"/>
          <p:cNvCxnSpPr/>
          <p:nvPr/>
        </p:nvCxnSpPr>
        <p:spPr>
          <a:xfrm>
            <a:off x="563100" y="4698825"/>
            <a:ext cx="6339300" cy="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17" name="Google Shape;417;p55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TABLE OF CONTENTS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18" name="Google Shape;418;p55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PRODUCT OVERVIEW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19" name="Google Shape;419;p55"/>
          <p:cNvSpPr txBox="1"/>
          <p:nvPr>
            <p:ph idx="4" type="title"/>
          </p:nvPr>
        </p:nvSpPr>
        <p:spPr>
          <a:xfrm>
            <a:off x="302725" y="571800"/>
            <a:ext cx="67635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cxnSp>
        <p:nvCxnSpPr>
          <p:cNvPr id="420" name="Google Shape;420;p55"/>
          <p:cNvCxnSpPr/>
          <p:nvPr/>
        </p:nvCxnSpPr>
        <p:spPr>
          <a:xfrm>
            <a:off x="563100" y="3481738"/>
            <a:ext cx="8063700" cy="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55"/>
          <p:cNvCxnSpPr/>
          <p:nvPr/>
        </p:nvCxnSpPr>
        <p:spPr>
          <a:xfrm>
            <a:off x="540625" y="3938913"/>
            <a:ext cx="6947700" cy="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6"/>
          <p:cNvSpPr txBox="1"/>
          <p:nvPr>
            <p:ph type="title"/>
          </p:nvPr>
        </p:nvSpPr>
        <p:spPr>
          <a:xfrm>
            <a:off x="226525" y="1567296"/>
            <a:ext cx="8691000" cy="338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WE ARE</a:t>
            </a:r>
            <a:endParaRPr/>
          </a:p>
        </p:txBody>
      </p:sp>
      <p:sp>
        <p:nvSpPr>
          <p:cNvPr id="427" name="Google Shape;427;p56"/>
          <p:cNvSpPr txBox="1"/>
          <p:nvPr>
            <p:ph idx="4294967295"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CYMBAL</a:t>
            </a:r>
            <a:endParaRPr/>
          </a:p>
        </p:txBody>
      </p:sp>
      <p:sp>
        <p:nvSpPr>
          <p:cNvPr id="428" name="Google Shape;428;p56"/>
          <p:cNvSpPr txBox="1"/>
          <p:nvPr>
            <p:ph idx="4294967295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OVERVIEW</a:t>
            </a:r>
            <a:endParaRPr/>
          </a:p>
        </p:txBody>
      </p:sp>
      <p:sp>
        <p:nvSpPr>
          <p:cNvPr id="429" name="Google Shape;429;p56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CYMBAL</a:t>
            </a:r>
            <a:endParaRPr sz="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30" name="Google Shape;430;p56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PRODUCT OVERVIEW</a:t>
            </a:r>
            <a:endParaRPr sz="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7"/>
          <p:cNvSpPr txBox="1"/>
          <p:nvPr>
            <p:ph type="title"/>
          </p:nvPr>
        </p:nvSpPr>
        <p:spPr>
          <a:xfrm>
            <a:off x="114675" y="3632700"/>
            <a:ext cx="29391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Ian Stefan-Cazacu</a:t>
            </a:r>
            <a:endParaRPr sz="2000"/>
          </a:p>
        </p:txBody>
      </p:sp>
      <p:sp>
        <p:nvSpPr>
          <p:cNvPr id="436" name="Google Shape;436;p57"/>
          <p:cNvSpPr txBox="1"/>
          <p:nvPr>
            <p:ph idx="3" type="title"/>
          </p:nvPr>
        </p:nvSpPr>
        <p:spPr>
          <a:xfrm>
            <a:off x="32086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Rus Vlad-Andrei</a:t>
            </a:r>
            <a:endParaRPr sz="2000"/>
          </a:p>
        </p:txBody>
      </p:sp>
      <p:sp>
        <p:nvSpPr>
          <p:cNvPr id="437" name="Google Shape;437;p57"/>
          <p:cNvSpPr txBox="1"/>
          <p:nvPr>
            <p:ph idx="5" type="title"/>
          </p:nvPr>
        </p:nvSpPr>
        <p:spPr>
          <a:xfrm>
            <a:off x="62689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Razvan Stan</a:t>
            </a:r>
            <a:endParaRPr sz="2000"/>
          </a:p>
        </p:txBody>
      </p:sp>
      <p:sp>
        <p:nvSpPr>
          <p:cNvPr id="438" name="Google Shape;438;p57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OUR STORY</a:t>
            </a:r>
            <a:endParaRPr sz="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39" name="Google Shape;439;p57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WHO WE ARE</a:t>
            </a:r>
            <a:endParaRPr sz="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40" name="Google Shape;44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50" y="764750"/>
            <a:ext cx="2939126" cy="2715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7300" y="763925"/>
            <a:ext cx="2939125" cy="271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57"/>
          <p:cNvPicPr preferRelativeResize="0"/>
          <p:nvPr/>
        </p:nvPicPr>
        <p:blipFill rotWithShape="1">
          <a:blip r:embed="rId5">
            <a:alphaModFix/>
          </a:blip>
          <a:srcRect b="26646" l="0" r="0" t="6235"/>
          <a:stretch/>
        </p:blipFill>
        <p:spPr>
          <a:xfrm>
            <a:off x="3102437" y="749338"/>
            <a:ext cx="2939100" cy="2746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8"/>
          <p:cNvSpPr txBox="1"/>
          <p:nvPr>
            <p:ph type="title"/>
          </p:nvPr>
        </p:nvSpPr>
        <p:spPr>
          <a:xfrm>
            <a:off x="226525" y="1567296"/>
            <a:ext cx="8691000" cy="338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Introduction:</a:t>
            </a:r>
            <a:endParaRPr/>
          </a:p>
        </p:txBody>
      </p:sp>
      <p:sp>
        <p:nvSpPr>
          <p:cNvPr id="448" name="Google Shape;448;p58"/>
          <p:cNvSpPr txBox="1"/>
          <p:nvPr>
            <p:ph idx="4294967295"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CYMBAL</a:t>
            </a:r>
            <a:endParaRPr/>
          </a:p>
        </p:txBody>
      </p:sp>
      <p:sp>
        <p:nvSpPr>
          <p:cNvPr id="449" name="Google Shape;449;p58"/>
          <p:cNvSpPr txBox="1"/>
          <p:nvPr>
            <p:ph idx="4294967295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OVERVIEW</a:t>
            </a:r>
            <a:endParaRPr/>
          </a:p>
        </p:txBody>
      </p:sp>
      <p:sp>
        <p:nvSpPr>
          <p:cNvPr id="450" name="Google Shape;450;p58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CYMBAL</a:t>
            </a:r>
            <a:endParaRPr sz="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51" name="Google Shape;451;p58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PRODUCT OVERVIEW</a:t>
            </a:r>
            <a:endParaRPr sz="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9"/>
          <p:cNvSpPr/>
          <p:nvPr/>
        </p:nvSpPr>
        <p:spPr>
          <a:xfrm>
            <a:off x="152125" y="486975"/>
            <a:ext cx="5550600" cy="556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Introduction: How do we analyse the market?</a:t>
            </a:r>
            <a:endParaRPr b="1"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57" name="Google Shape;457;p59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OUR </a:t>
            </a: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VISION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58" name="Google Shape;458;p59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INTRODUCTION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59" name="Google Shape;459;p59"/>
          <p:cNvSpPr txBox="1"/>
          <p:nvPr>
            <p:ph idx="4294967295" type="body"/>
          </p:nvPr>
        </p:nvSpPr>
        <p:spPr>
          <a:xfrm>
            <a:off x="226525" y="1290575"/>
            <a:ext cx="8034300" cy="31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Demand frequency:</a:t>
            </a:r>
            <a:r>
              <a:rPr lang="en" sz="1600"/>
              <a:t> skill job count / max skill job count in domain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Supply frequency:</a:t>
            </a:r>
            <a:r>
              <a:rPr lang="en" sz="1600"/>
              <a:t> skill profile count / max skill profile count in domain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Course frequency:</a:t>
            </a:r>
            <a:r>
              <a:rPr lang="en" sz="1600"/>
              <a:t> skill course count / max skill course count in domain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Relevance index:</a:t>
            </a:r>
            <a:r>
              <a:rPr lang="en" sz="1600"/>
              <a:t> 0.45 * demand + 0.25 * shortage + 0.2- * trend + </a:t>
            </a:r>
            <a:br>
              <a:rPr lang="en" sz="1600"/>
            </a:br>
            <a:r>
              <a:rPr lang="en" sz="1600"/>
              <a:t>0.10 * course coverage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839" y="201287"/>
            <a:ext cx="8428312" cy="4740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1"/>
          <p:cNvSpPr txBox="1"/>
          <p:nvPr>
            <p:ph type="title"/>
          </p:nvPr>
        </p:nvSpPr>
        <p:spPr>
          <a:xfrm>
            <a:off x="226525" y="1567296"/>
            <a:ext cx="8691000" cy="338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HealthCare:</a:t>
            </a:r>
            <a:endParaRPr/>
          </a:p>
        </p:txBody>
      </p:sp>
      <p:sp>
        <p:nvSpPr>
          <p:cNvPr id="470" name="Google Shape;470;p61"/>
          <p:cNvSpPr txBox="1"/>
          <p:nvPr>
            <p:ph idx="4294967295"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CYMBAL</a:t>
            </a:r>
            <a:endParaRPr/>
          </a:p>
        </p:txBody>
      </p:sp>
      <p:sp>
        <p:nvSpPr>
          <p:cNvPr id="471" name="Google Shape;471;p61"/>
          <p:cNvSpPr txBox="1"/>
          <p:nvPr>
            <p:ph idx="4294967295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OVERVIEW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2"/>
          <p:cNvSpPr/>
          <p:nvPr/>
        </p:nvSpPr>
        <p:spPr>
          <a:xfrm>
            <a:off x="123075" y="214000"/>
            <a:ext cx="6935400" cy="556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HealthCare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 Demand/Supply Skill Gap</a:t>
            </a:r>
            <a:endParaRPr b="1" sz="2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77" name="Google Shape;47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350" y="894150"/>
            <a:ext cx="7741976" cy="406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63"/>
          <p:cNvSpPr/>
          <p:nvPr/>
        </p:nvSpPr>
        <p:spPr>
          <a:xfrm>
            <a:off x="123075" y="214000"/>
            <a:ext cx="5550600" cy="556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HealthCare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 Skill Relevance</a:t>
            </a:r>
            <a:endParaRPr b="1" sz="2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83" name="Google Shape;48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150" y="894150"/>
            <a:ext cx="7376076" cy="406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4"/>
          <p:cNvSpPr/>
          <p:nvPr/>
        </p:nvSpPr>
        <p:spPr>
          <a:xfrm>
            <a:off x="123075" y="214000"/>
            <a:ext cx="6430200" cy="556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HealthCare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lang="en" sz="2100">
                <a:solidFill>
                  <a:srgbClr val="274E13"/>
                </a:solidFill>
                <a:latin typeface="Roboto Mono"/>
                <a:ea typeface="Roboto Mono"/>
                <a:cs typeface="Roboto Mono"/>
                <a:sym typeface="Roboto Mono"/>
              </a:rPr>
              <a:t>Rising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and </a:t>
            </a:r>
            <a:r>
              <a:rPr b="1" lang="en" sz="2100">
                <a:solidFill>
                  <a:srgbClr val="660000"/>
                </a:solidFill>
                <a:latin typeface="Roboto Mono"/>
                <a:ea typeface="Roboto Mono"/>
                <a:cs typeface="Roboto Mono"/>
                <a:sym typeface="Roboto Mono"/>
              </a:rPr>
              <a:t>Cooling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Skills </a:t>
            </a:r>
            <a:endParaRPr b="1" sz="2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89" name="Google Shape;489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700" y="870925"/>
            <a:ext cx="7573524" cy="406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5"/>
          <p:cNvSpPr txBox="1"/>
          <p:nvPr>
            <p:ph type="title"/>
          </p:nvPr>
        </p:nvSpPr>
        <p:spPr>
          <a:xfrm>
            <a:off x="226525" y="1567296"/>
            <a:ext cx="8691000" cy="338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IT:</a:t>
            </a:r>
            <a:endParaRPr/>
          </a:p>
        </p:txBody>
      </p:sp>
      <p:sp>
        <p:nvSpPr>
          <p:cNvPr id="495" name="Google Shape;495;p65"/>
          <p:cNvSpPr txBox="1"/>
          <p:nvPr>
            <p:ph idx="4294967295"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CYMBAL</a:t>
            </a:r>
            <a:endParaRPr/>
          </a:p>
        </p:txBody>
      </p:sp>
      <p:sp>
        <p:nvSpPr>
          <p:cNvPr id="496" name="Google Shape;496;p65"/>
          <p:cNvSpPr txBox="1"/>
          <p:nvPr>
            <p:ph idx="4294967295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OVERVIEW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6"/>
          <p:cNvSpPr/>
          <p:nvPr/>
        </p:nvSpPr>
        <p:spPr>
          <a:xfrm>
            <a:off x="123075" y="214000"/>
            <a:ext cx="5550600" cy="556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IT: Demand/Supply Skill Gap</a:t>
            </a:r>
            <a:endParaRPr b="1" sz="2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02" name="Google Shape;50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375" y="898300"/>
            <a:ext cx="7995324" cy="405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7"/>
          <p:cNvSpPr/>
          <p:nvPr/>
        </p:nvSpPr>
        <p:spPr>
          <a:xfrm>
            <a:off x="123075" y="214000"/>
            <a:ext cx="5550600" cy="556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IT: Skill Relevance</a:t>
            </a:r>
            <a:endParaRPr b="1" sz="2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08" name="Google Shape;50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500" y="880900"/>
            <a:ext cx="7853124" cy="405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8"/>
          <p:cNvSpPr/>
          <p:nvPr/>
        </p:nvSpPr>
        <p:spPr>
          <a:xfrm>
            <a:off x="123075" y="214000"/>
            <a:ext cx="5550600" cy="556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IT: </a:t>
            </a:r>
            <a:r>
              <a:rPr b="1" lang="en" sz="2100">
                <a:solidFill>
                  <a:srgbClr val="274E13"/>
                </a:solidFill>
                <a:latin typeface="Roboto Mono"/>
                <a:ea typeface="Roboto Mono"/>
                <a:cs typeface="Roboto Mono"/>
                <a:sym typeface="Roboto Mono"/>
              </a:rPr>
              <a:t>Rising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and </a:t>
            </a:r>
            <a:r>
              <a:rPr b="1" lang="en" sz="2100">
                <a:solidFill>
                  <a:srgbClr val="660000"/>
                </a:solidFill>
                <a:latin typeface="Roboto Mono"/>
                <a:ea typeface="Roboto Mono"/>
                <a:cs typeface="Roboto Mono"/>
                <a:sym typeface="Roboto Mono"/>
              </a:rPr>
              <a:t>Cooling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Skills </a:t>
            </a:r>
            <a:endParaRPr b="1" sz="2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14" name="Google Shape;51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350" y="859300"/>
            <a:ext cx="7590976" cy="406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9"/>
          <p:cNvSpPr txBox="1"/>
          <p:nvPr>
            <p:ph type="title"/>
          </p:nvPr>
        </p:nvSpPr>
        <p:spPr>
          <a:xfrm>
            <a:off x="226525" y="1567296"/>
            <a:ext cx="8691000" cy="338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Education:</a:t>
            </a:r>
            <a:endParaRPr/>
          </a:p>
        </p:txBody>
      </p:sp>
      <p:sp>
        <p:nvSpPr>
          <p:cNvPr id="520" name="Google Shape;520;p69"/>
          <p:cNvSpPr txBox="1"/>
          <p:nvPr>
            <p:ph idx="4294967295"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CYMBAL</a:t>
            </a:r>
            <a:endParaRPr/>
          </a:p>
        </p:txBody>
      </p:sp>
      <p:sp>
        <p:nvSpPr>
          <p:cNvPr id="521" name="Google Shape;521;p69"/>
          <p:cNvSpPr txBox="1"/>
          <p:nvPr>
            <p:ph idx="4294967295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OVERVIEW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70"/>
          <p:cNvSpPr/>
          <p:nvPr/>
        </p:nvSpPr>
        <p:spPr>
          <a:xfrm>
            <a:off x="123075" y="214000"/>
            <a:ext cx="5959800" cy="556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Education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 Demand/Supply Skill Gap</a:t>
            </a:r>
            <a:endParaRPr b="1" sz="2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27" name="Google Shape;52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000" y="865125"/>
            <a:ext cx="7800052" cy="406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1"/>
          <p:cNvSpPr/>
          <p:nvPr/>
        </p:nvSpPr>
        <p:spPr>
          <a:xfrm>
            <a:off x="123075" y="214000"/>
            <a:ext cx="5550600" cy="556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Education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 Skill Relevance</a:t>
            </a:r>
            <a:endParaRPr b="1" sz="2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33" name="Google Shape;53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525" y="911600"/>
            <a:ext cx="7457376" cy="406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72"/>
          <p:cNvSpPr/>
          <p:nvPr/>
        </p:nvSpPr>
        <p:spPr>
          <a:xfrm>
            <a:off x="123075" y="214000"/>
            <a:ext cx="6430200" cy="556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Education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lang="en" sz="2100">
                <a:solidFill>
                  <a:srgbClr val="274E13"/>
                </a:solidFill>
                <a:latin typeface="Roboto Mono"/>
                <a:ea typeface="Roboto Mono"/>
                <a:cs typeface="Roboto Mono"/>
                <a:sym typeface="Roboto Mono"/>
              </a:rPr>
              <a:t>Rising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and </a:t>
            </a:r>
            <a:r>
              <a:rPr b="1" lang="en" sz="2100">
                <a:solidFill>
                  <a:srgbClr val="660000"/>
                </a:solidFill>
                <a:latin typeface="Roboto Mono"/>
                <a:ea typeface="Roboto Mono"/>
                <a:cs typeface="Roboto Mono"/>
                <a:sym typeface="Roboto Mono"/>
              </a:rPr>
              <a:t>Cooling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Skills </a:t>
            </a:r>
            <a:endParaRPr b="1" sz="2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39" name="Google Shape;53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525" y="865125"/>
            <a:ext cx="8020752" cy="406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3"/>
          <p:cNvSpPr txBox="1"/>
          <p:nvPr>
            <p:ph type="title"/>
          </p:nvPr>
        </p:nvSpPr>
        <p:spPr>
          <a:xfrm>
            <a:off x="226525" y="1567296"/>
            <a:ext cx="8691000" cy="338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Green Energy:</a:t>
            </a:r>
            <a:endParaRPr/>
          </a:p>
        </p:txBody>
      </p:sp>
      <p:sp>
        <p:nvSpPr>
          <p:cNvPr id="545" name="Google Shape;545;p73"/>
          <p:cNvSpPr txBox="1"/>
          <p:nvPr>
            <p:ph idx="4294967295"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CYMBAL</a:t>
            </a:r>
            <a:endParaRPr/>
          </a:p>
        </p:txBody>
      </p:sp>
      <p:sp>
        <p:nvSpPr>
          <p:cNvPr id="546" name="Google Shape;546;p73"/>
          <p:cNvSpPr txBox="1"/>
          <p:nvPr>
            <p:ph idx="4294967295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OVERVIEW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74"/>
          <p:cNvSpPr/>
          <p:nvPr/>
        </p:nvSpPr>
        <p:spPr>
          <a:xfrm>
            <a:off x="123075" y="214000"/>
            <a:ext cx="6668400" cy="556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Green Energy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 Demand/Supply Skill Gap</a:t>
            </a:r>
            <a:endParaRPr b="1" sz="2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52" name="Google Shape;552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925" y="940625"/>
            <a:ext cx="7927824" cy="406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75"/>
          <p:cNvSpPr/>
          <p:nvPr/>
        </p:nvSpPr>
        <p:spPr>
          <a:xfrm>
            <a:off x="123075" y="214000"/>
            <a:ext cx="5550600" cy="556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Green Energy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 Skill Relevance</a:t>
            </a:r>
            <a:endParaRPr b="1" sz="2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58" name="Google Shape;558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775" y="876725"/>
            <a:ext cx="7666452" cy="406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6"/>
          <p:cNvSpPr/>
          <p:nvPr/>
        </p:nvSpPr>
        <p:spPr>
          <a:xfrm>
            <a:off x="123075" y="214000"/>
            <a:ext cx="6761400" cy="556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Green Energy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lang="en" sz="2100">
                <a:solidFill>
                  <a:srgbClr val="274E13"/>
                </a:solidFill>
                <a:latin typeface="Roboto Mono"/>
                <a:ea typeface="Roboto Mono"/>
                <a:cs typeface="Roboto Mono"/>
                <a:sym typeface="Roboto Mono"/>
              </a:rPr>
              <a:t>Rising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and </a:t>
            </a:r>
            <a:r>
              <a:rPr b="1" lang="en" sz="2100">
                <a:solidFill>
                  <a:srgbClr val="660000"/>
                </a:solidFill>
                <a:latin typeface="Roboto Mono"/>
                <a:ea typeface="Roboto Mono"/>
                <a:cs typeface="Roboto Mono"/>
                <a:sym typeface="Roboto Mono"/>
              </a:rPr>
              <a:t>Cooling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Skills </a:t>
            </a:r>
            <a:endParaRPr b="1" sz="2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64" name="Google Shape;56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000" y="934800"/>
            <a:ext cx="7933624" cy="406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77"/>
          <p:cNvSpPr txBox="1"/>
          <p:nvPr>
            <p:ph type="title"/>
          </p:nvPr>
        </p:nvSpPr>
        <p:spPr>
          <a:xfrm>
            <a:off x="226525" y="1567296"/>
            <a:ext cx="8691000" cy="338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Tourism:</a:t>
            </a:r>
            <a:endParaRPr/>
          </a:p>
        </p:txBody>
      </p:sp>
      <p:sp>
        <p:nvSpPr>
          <p:cNvPr id="570" name="Google Shape;570;p77"/>
          <p:cNvSpPr txBox="1"/>
          <p:nvPr>
            <p:ph idx="4294967295"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CYMBAL</a:t>
            </a:r>
            <a:endParaRPr/>
          </a:p>
        </p:txBody>
      </p:sp>
      <p:sp>
        <p:nvSpPr>
          <p:cNvPr id="571" name="Google Shape;571;p77"/>
          <p:cNvSpPr txBox="1"/>
          <p:nvPr>
            <p:ph idx="4294967295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OVERVIEW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8"/>
          <p:cNvSpPr/>
          <p:nvPr/>
        </p:nvSpPr>
        <p:spPr>
          <a:xfrm>
            <a:off x="123075" y="214000"/>
            <a:ext cx="6668400" cy="556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Tourism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 Demand/Supply Skill Gap</a:t>
            </a:r>
            <a:endParaRPr b="1" sz="2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77" name="Google Shape;57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225" y="865100"/>
            <a:ext cx="7678076" cy="406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9"/>
          <p:cNvSpPr/>
          <p:nvPr/>
        </p:nvSpPr>
        <p:spPr>
          <a:xfrm>
            <a:off x="123075" y="214000"/>
            <a:ext cx="5550600" cy="556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Tourism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 Skill Relevance</a:t>
            </a:r>
            <a:endParaRPr b="1" sz="2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83" name="Google Shape;58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200" y="899975"/>
            <a:ext cx="7695500" cy="406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80"/>
          <p:cNvSpPr/>
          <p:nvPr/>
        </p:nvSpPr>
        <p:spPr>
          <a:xfrm>
            <a:off x="123075" y="214000"/>
            <a:ext cx="6761400" cy="556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Tourism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b="1" lang="en" sz="2100">
                <a:solidFill>
                  <a:srgbClr val="274E13"/>
                </a:solidFill>
                <a:latin typeface="Roboto Mono"/>
                <a:ea typeface="Roboto Mono"/>
                <a:cs typeface="Roboto Mono"/>
                <a:sym typeface="Roboto Mono"/>
              </a:rPr>
              <a:t>Rising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and </a:t>
            </a:r>
            <a:r>
              <a:rPr b="1" lang="en" sz="2100">
                <a:solidFill>
                  <a:srgbClr val="660000"/>
                </a:solidFill>
                <a:latin typeface="Roboto Mono"/>
                <a:ea typeface="Roboto Mono"/>
                <a:cs typeface="Roboto Mono"/>
                <a:sym typeface="Roboto Mono"/>
              </a:rPr>
              <a:t>Cooling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Skills </a:t>
            </a:r>
            <a:endParaRPr b="1" sz="2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89" name="Google Shape;58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800" y="894175"/>
            <a:ext cx="7887176" cy="406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81"/>
          <p:cNvSpPr txBox="1"/>
          <p:nvPr>
            <p:ph type="title"/>
          </p:nvPr>
        </p:nvSpPr>
        <p:spPr>
          <a:xfrm>
            <a:off x="226525" y="1567296"/>
            <a:ext cx="8691000" cy="338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</a:t>
            </a:r>
            <a:r>
              <a:rPr lang="en"/>
              <a:t>Analysis</a:t>
            </a:r>
            <a:r>
              <a:rPr lang="en"/>
              <a:t>:</a:t>
            </a:r>
            <a:endParaRPr/>
          </a:p>
        </p:txBody>
      </p:sp>
      <p:sp>
        <p:nvSpPr>
          <p:cNvPr id="595" name="Google Shape;595;p81"/>
          <p:cNvSpPr txBox="1"/>
          <p:nvPr>
            <p:ph idx="4294967295"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CYMBAL</a:t>
            </a:r>
            <a:endParaRPr/>
          </a:p>
        </p:txBody>
      </p:sp>
      <p:sp>
        <p:nvSpPr>
          <p:cNvPr id="596" name="Google Shape;596;p81"/>
          <p:cNvSpPr txBox="1"/>
          <p:nvPr>
            <p:ph idx="4294967295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OVERVIEW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82"/>
          <p:cNvSpPr/>
          <p:nvPr/>
        </p:nvSpPr>
        <p:spPr>
          <a:xfrm>
            <a:off x="123075" y="214000"/>
            <a:ext cx="6761400" cy="556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Rising skills under-supplied</a:t>
            </a:r>
            <a:endParaRPr b="1" sz="2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02" name="Google Shape;602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613" y="1216125"/>
            <a:ext cx="8006776" cy="3682625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82"/>
          <p:cNvSpPr txBox="1"/>
          <p:nvPr/>
        </p:nvSpPr>
        <p:spPr>
          <a:xfrm>
            <a:off x="558025" y="816975"/>
            <a:ext cx="46320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Skills that are required but not many people have earned them yet.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83"/>
          <p:cNvSpPr/>
          <p:nvPr/>
        </p:nvSpPr>
        <p:spPr>
          <a:xfrm>
            <a:off x="123075" y="214000"/>
            <a:ext cx="6761400" cy="556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Training ROI 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Priority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b="1" sz="2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09" name="Google Shape;609;p83"/>
          <p:cNvSpPr txBox="1"/>
          <p:nvPr/>
        </p:nvSpPr>
        <p:spPr>
          <a:xfrm>
            <a:off x="558025" y="816975"/>
            <a:ext cx="46320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Which course helps the candidate the most: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10" name="Google Shape;610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925" y="1175750"/>
            <a:ext cx="7303526" cy="370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84"/>
          <p:cNvSpPr/>
          <p:nvPr/>
        </p:nvSpPr>
        <p:spPr>
          <a:xfrm>
            <a:off x="123075" y="214000"/>
            <a:ext cx="6761400" cy="556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Capability-famili shortage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b="1" sz="2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16" name="Google Shape;616;p84"/>
          <p:cNvSpPr txBox="1"/>
          <p:nvPr/>
        </p:nvSpPr>
        <p:spPr>
          <a:xfrm>
            <a:off x="558025" y="816975"/>
            <a:ext cx="46320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Based on the ESCO 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hierarchy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which family of skills is most important: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17" name="Google Shape;617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9450" y="1287750"/>
            <a:ext cx="7140849" cy="370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85"/>
          <p:cNvSpPr txBox="1"/>
          <p:nvPr>
            <p:ph type="title"/>
          </p:nvPr>
        </p:nvSpPr>
        <p:spPr>
          <a:xfrm>
            <a:off x="226525" y="1567296"/>
            <a:ext cx="8691000" cy="338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Candidate Analysis:</a:t>
            </a:r>
            <a:endParaRPr/>
          </a:p>
        </p:txBody>
      </p:sp>
      <p:sp>
        <p:nvSpPr>
          <p:cNvPr id="623" name="Google Shape;623;p85"/>
          <p:cNvSpPr txBox="1"/>
          <p:nvPr>
            <p:ph idx="4294967295"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CYMBAL</a:t>
            </a:r>
            <a:endParaRPr/>
          </a:p>
        </p:txBody>
      </p:sp>
      <p:sp>
        <p:nvSpPr>
          <p:cNvPr id="624" name="Google Shape;624;p85"/>
          <p:cNvSpPr txBox="1"/>
          <p:nvPr>
            <p:ph idx="4294967295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OVERVIEW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86"/>
          <p:cNvSpPr/>
          <p:nvPr/>
        </p:nvSpPr>
        <p:spPr>
          <a:xfrm>
            <a:off x="123075" y="214000"/>
            <a:ext cx="6761400" cy="556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Top candidate 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readiness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by domain:</a:t>
            </a:r>
            <a:endParaRPr b="1" sz="2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30" name="Google Shape;630;p86"/>
          <p:cNvSpPr txBox="1"/>
          <p:nvPr/>
        </p:nvSpPr>
        <p:spPr>
          <a:xfrm>
            <a:off x="558025" y="816975"/>
            <a:ext cx="46320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Best candidate for domains: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31" name="Google Shape;631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250" y="1129575"/>
            <a:ext cx="7216276" cy="3709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7"/>
          <p:cNvSpPr/>
          <p:nvPr/>
        </p:nvSpPr>
        <p:spPr>
          <a:xfrm>
            <a:off x="123075" y="214000"/>
            <a:ext cx="6761400" cy="556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Career Bridges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b="1" sz="2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37" name="Google Shape;637;p87"/>
          <p:cNvSpPr txBox="1"/>
          <p:nvPr/>
        </p:nvSpPr>
        <p:spPr>
          <a:xfrm>
            <a:off x="558025" y="816975"/>
            <a:ext cx="46320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For which candidate the transition is easiest from one domain to another: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38" name="Google Shape;638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00" y="1129575"/>
            <a:ext cx="7810499" cy="370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88"/>
          <p:cNvSpPr/>
          <p:nvPr/>
        </p:nvSpPr>
        <p:spPr>
          <a:xfrm>
            <a:off x="123075" y="214000"/>
            <a:ext cx="6761400" cy="556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Domain Market Attractiveness</a:t>
            </a:r>
            <a:r>
              <a:rPr b="1"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b="1" sz="2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4" name="Google Shape;644;p88"/>
          <p:cNvSpPr txBox="1"/>
          <p:nvPr/>
        </p:nvSpPr>
        <p:spPr>
          <a:xfrm>
            <a:off x="558025" y="816975"/>
            <a:ext cx="46320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Which domain is most attractive/ most people want to build a career in: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45" name="Google Shape;645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025" y="1129575"/>
            <a:ext cx="7573826" cy="3709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89"/>
          <p:cNvSpPr txBox="1"/>
          <p:nvPr>
            <p:ph idx="4"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651" name="Google Shape;651;p89"/>
          <p:cNvSpPr txBox="1"/>
          <p:nvPr>
            <p:ph idx="1" type="body"/>
          </p:nvPr>
        </p:nvSpPr>
        <p:spPr>
          <a:xfrm>
            <a:off x="266700" y="4099025"/>
            <a:ext cx="4458900" cy="84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duct / Service Offering Overview #2">
  <a:themeElements>
    <a:clrScheme name="Simple Light">
      <a:dk1>
        <a:srgbClr val="000000"/>
      </a:dk1>
      <a:lt1>
        <a:srgbClr val="E2DFD2"/>
      </a:lt1>
      <a:dk2>
        <a:srgbClr val="FFFCE9"/>
      </a:dk2>
      <a:lt2>
        <a:srgbClr val="C9C3A7"/>
      </a:lt2>
      <a:accent1>
        <a:srgbClr val="FFEDCF"/>
      </a:accent1>
      <a:accent2>
        <a:srgbClr val="595959"/>
      </a:accent2>
      <a:accent3>
        <a:srgbClr val="D56F3E"/>
      </a:accent3>
      <a:accent4>
        <a:srgbClr val="FF7D00"/>
      </a:accent4>
      <a:accent5>
        <a:srgbClr val="78290F"/>
      </a:accent5>
      <a:accent6>
        <a:srgbClr val="D05353"/>
      </a:accent6>
      <a:hlink>
        <a:srgbClr val="DF29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